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Inter" panose="020B0502030000000004" pitchFamily="34" charset="0"/>
      <p:regular r:id="rId16"/>
    </p:embeddedFont>
    <p:embeddedFont>
      <p:font typeface="Inter Bold" panose="020B0802030000000004" pitchFamily="34" charset="0"/>
      <p:regular r:id="rId17"/>
      <p:bold r:id="rId18"/>
    </p:embeddedFont>
    <p:embeddedFont>
      <p:font typeface="Roboto Mono" pitchFamily="49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73" autoAdjust="0"/>
    <p:restoredTop sz="94790" autoAdjust="0"/>
  </p:normalViewPr>
  <p:slideViewPr>
    <p:cSldViewPr>
      <p:cViewPr varScale="1">
        <p:scale>
          <a:sx n="75" d="100"/>
          <a:sy n="75" d="100"/>
        </p:scale>
        <p:origin x="3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8EE9-0448-D22E-37AD-612A556B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351954-ED3C-AB17-43DB-2974BAE717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C11D5-A758-477B-EFBA-7E39B3E0B6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CA25FA4-8E4D-A896-7470-77CE09B048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1D0B90-A8D4-3183-205E-3FE6AEB6B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A7EAC-931E-59E6-DEE6-A3CB858DDE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D3644-DD93-585A-3F98-F18F5A640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02240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28700" y="3651036"/>
            <a:ext cx="9795424" cy="2168499"/>
            <a:chOff x="0" y="0"/>
            <a:chExt cx="13060566" cy="2891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60566" cy="2891331"/>
            </a:xfrm>
            <a:custGeom>
              <a:avLst/>
              <a:gdLst/>
              <a:ahLst/>
              <a:cxnLst/>
              <a:rect l="l" t="t" r="r" b="b"/>
              <a:pathLst>
                <a:path w="13060566" h="2891331">
                  <a:moveTo>
                    <a:pt x="0" y="0"/>
                  </a:moveTo>
                  <a:lnTo>
                    <a:pt x="13060566" y="0"/>
                  </a:lnTo>
                  <a:lnTo>
                    <a:pt x="13060566" y="2891331"/>
                  </a:lnTo>
                  <a:lnTo>
                    <a:pt x="0" y="289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060566" cy="29199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Ansible: Inventory, Modules, &amp; Playbook Essentials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2129" y="8834437"/>
            <a:ext cx="1957710" cy="47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  <a:spcBef>
                <a:spcPct val="0"/>
              </a:spcBef>
            </a:pPr>
            <a:r>
              <a:rPr lang="en-US" sz="2487" b="1" spc="-5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Presenter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2129" y="9253537"/>
            <a:ext cx="3823832" cy="497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  <a:spcBef>
                <a:spcPct val="0"/>
              </a:spcBef>
            </a:pPr>
            <a:r>
              <a:rPr lang="en-US" sz="2587" b="1" spc="-53">
                <a:solidFill>
                  <a:srgbClr val="1C47EE"/>
                </a:solidFill>
                <a:latin typeface="Inter Bold"/>
                <a:ea typeface="Inter Bold"/>
                <a:cs typeface="Inter Bold"/>
                <a:sym typeface="Inter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2526" y="536228"/>
            <a:ext cx="4875460" cy="609451"/>
            <a:chOff x="0" y="0"/>
            <a:chExt cx="6500613" cy="8126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00613" cy="812602"/>
            </a:xfrm>
            <a:custGeom>
              <a:avLst/>
              <a:gdLst/>
              <a:ahLst/>
              <a:cxnLst/>
              <a:rect l="l" t="t" r="r" b="b"/>
              <a:pathLst>
                <a:path w="6500613" h="812602">
                  <a:moveTo>
                    <a:pt x="0" y="0"/>
                  </a:moveTo>
                  <a:lnTo>
                    <a:pt x="6500613" y="0"/>
                  </a:lnTo>
                  <a:lnTo>
                    <a:pt x="6500613" y="812602"/>
                  </a:lnTo>
                  <a:lnTo>
                    <a:pt x="0" y="812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6500613" cy="8316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3812" b="1" spc="-11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Topics for Today!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682526" y="1535609"/>
            <a:ext cx="974973" cy="1170086"/>
          </a:xfrm>
          <a:custGeom>
            <a:avLst/>
            <a:gdLst/>
            <a:ahLst/>
            <a:cxnLst/>
            <a:rect l="l" t="t" r="r" b="b"/>
            <a:pathLst>
              <a:path w="974973" h="1170086">
                <a:moveTo>
                  <a:pt x="0" y="0"/>
                </a:moveTo>
                <a:lnTo>
                  <a:pt x="974973" y="0"/>
                </a:lnTo>
                <a:lnTo>
                  <a:pt x="974973" y="1170086"/>
                </a:lnTo>
                <a:lnTo>
                  <a:pt x="0" y="1170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9" b="-23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949946" y="1797698"/>
            <a:ext cx="5081087" cy="525435"/>
            <a:chOff x="0" y="0"/>
            <a:chExt cx="6774782" cy="7005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74783" cy="700580"/>
            </a:xfrm>
            <a:custGeom>
              <a:avLst/>
              <a:gdLst/>
              <a:ahLst/>
              <a:cxnLst/>
              <a:rect l="l" t="t" r="r" b="b"/>
              <a:pathLst>
                <a:path w="6774783" h="700580">
                  <a:moveTo>
                    <a:pt x="0" y="0"/>
                  </a:moveTo>
                  <a:lnTo>
                    <a:pt x="6774783" y="0"/>
                  </a:lnTo>
                  <a:lnTo>
                    <a:pt x="6774783" y="700580"/>
                  </a:lnTo>
                  <a:lnTo>
                    <a:pt x="0" y="700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6774782" cy="729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0"/>
                </a:lnSpc>
              </a:pPr>
              <a:r>
                <a:rPr lang="en-US" sz="244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Static &amp; Dynamic Inventory 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682526" y="2705695"/>
            <a:ext cx="974973" cy="1170086"/>
          </a:xfrm>
          <a:custGeom>
            <a:avLst/>
            <a:gdLst/>
            <a:ahLst/>
            <a:cxnLst/>
            <a:rect l="l" t="t" r="r" b="b"/>
            <a:pathLst>
              <a:path w="974973" h="1170086">
                <a:moveTo>
                  <a:pt x="0" y="0"/>
                </a:moveTo>
                <a:lnTo>
                  <a:pt x="974973" y="0"/>
                </a:lnTo>
                <a:lnTo>
                  <a:pt x="974973" y="1170086"/>
                </a:lnTo>
                <a:lnTo>
                  <a:pt x="0" y="1170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" b="-23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49946" y="2967784"/>
            <a:ext cx="6110375" cy="525435"/>
            <a:chOff x="0" y="0"/>
            <a:chExt cx="8147167" cy="700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47167" cy="700580"/>
            </a:xfrm>
            <a:custGeom>
              <a:avLst/>
              <a:gdLst/>
              <a:ahLst/>
              <a:cxnLst/>
              <a:rect l="l" t="t" r="r" b="b"/>
              <a:pathLst>
                <a:path w="8147167" h="700580">
                  <a:moveTo>
                    <a:pt x="0" y="0"/>
                  </a:moveTo>
                  <a:lnTo>
                    <a:pt x="8147167" y="0"/>
                  </a:lnTo>
                  <a:lnTo>
                    <a:pt x="8147167" y="700580"/>
                  </a:lnTo>
                  <a:lnTo>
                    <a:pt x="0" y="700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147167" cy="729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0"/>
                </a:lnSpc>
              </a:pPr>
              <a:r>
                <a:rPr lang="en-US" sz="244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Common Ansible modules usage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682526" y="3875782"/>
            <a:ext cx="974973" cy="1170086"/>
          </a:xfrm>
          <a:custGeom>
            <a:avLst/>
            <a:gdLst/>
            <a:ahLst/>
            <a:cxnLst/>
            <a:rect l="l" t="t" r="r" b="b"/>
            <a:pathLst>
              <a:path w="974973" h="1170086">
                <a:moveTo>
                  <a:pt x="0" y="0"/>
                </a:moveTo>
                <a:lnTo>
                  <a:pt x="974973" y="0"/>
                </a:lnTo>
                <a:lnTo>
                  <a:pt x="974973" y="1170087"/>
                </a:lnTo>
                <a:lnTo>
                  <a:pt x="0" y="1170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39" b="-23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949946" y="4137871"/>
            <a:ext cx="5026180" cy="525435"/>
            <a:chOff x="0" y="0"/>
            <a:chExt cx="6701573" cy="7005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01573" cy="700580"/>
            </a:xfrm>
            <a:custGeom>
              <a:avLst/>
              <a:gdLst/>
              <a:ahLst/>
              <a:cxnLst/>
              <a:rect l="l" t="t" r="r" b="b"/>
              <a:pathLst>
                <a:path w="6701573" h="700580">
                  <a:moveTo>
                    <a:pt x="0" y="0"/>
                  </a:moveTo>
                  <a:lnTo>
                    <a:pt x="6701573" y="0"/>
                  </a:lnTo>
                  <a:lnTo>
                    <a:pt x="6701573" y="700580"/>
                  </a:lnTo>
                  <a:lnTo>
                    <a:pt x="0" y="700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6701573" cy="729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0"/>
                </a:lnSpc>
              </a:pPr>
              <a:r>
                <a:rPr lang="en-US" sz="244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Playbook: Variables &amp; facts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682526" y="5045869"/>
            <a:ext cx="974973" cy="1170086"/>
          </a:xfrm>
          <a:custGeom>
            <a:avLst/>
            <a:gdLst/>
            <a:ahLst/>
            <a:cxnLst/>
            <a:rect l="l" t="t" r="r" b="b"/>
            <a:pathLst>
              <a:path w="974973" h="1170086">
                <a:moveTo>
                  <a:pt x="0" y="0"/>
                </a:moveTo>
                <a:lnTo>
                  <a:pt x="974973" y="0"/>
                </a:lnTo>
                <a:lnTo>
                  <a:pt x="974973" y="1170086"/>
                </a:lnTo>
                <a:lnTo>
                  <a:pt x="0" y="1170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39" b="-23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949946" y="5307958"/>
            <a:ext cx="5393931" cy="525435"/>
            <a:chOff x="0" y="0"/>
            <a:chExt cx="7191908" cy="7005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91908" cy="700580"/>
            </a:xfrm>
            <a:custGeom>
              <a:avLst/>
              <a:gdLst/>
              <a:ahLst/>
              <a:cxnLst/>
              <a:rect l="l" t="t" r="r" b="b"/>
              <a:pathLst>
                <a:path w="7191908" h="700580">
                  <a:moveTo>
                    <a:pt x="0" y="0"/>
                  </a:moveTo>
                  <a:lnTo>
                    <a:pt x="7191908" y="0"/>
                  </a:lnTo>
                  <a:lnTo>
                    <a:pt x="7191908" y="700580"/>
                  </a:lnTo>
                  <a:lnTo>
                    <a:pt x="0" y="700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7191908" cy="729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0"/>
                </a:lnSpc>
              </a:pPr>
              <a:r>
                <a:rPr lang="en-US" sz="244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Playbook: Conditions &amp; loops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682526" y="6215955"/>
            <a:ext cx="974973" cy="1170086"/>
          </a:xfrm>
          <a:custGeom>
            <a:avLst/>
            <a:gdLst/>
            <a:ahLst/>
            <a:cxnLst/>
            <a:rect l="l" t="t" r="r" b="b"/>
            <a:pathLst>
              <a:path w="974973" h="1170086">
                <a:moveTo>
                  <a:pt x="0" y="0"/>
                </a:moveTo>
                <a:lnTo>
                  <a:pt x="974973" y="0"/>
                </a:lnTo>
                <a:lnTo>
                  <a:pt x="974973" y="1170086"/>
                </a:lnTo>
                <a:lnTo>
                  <a:pt x="0" y="11700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39" b="-23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949946" y="6478044"/>
            <a:ext cx="7588952" cy="525435"/>
            <a:chOff x="0" y="0"/>
            <a:chExt cx="10118603" cy="7005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118603" cy="700580"/>
            </a:xfrm>
            <a:custGeom>
              <a:avLst/>
              <a:gdLst/>
              <a:ahLst/>
              <a:cxnLst/>
              <a:rect l="l" t="t" r="r" b="b"/>
              <a:pathLst>
                <a:path w="10118603" h="700580">
                  <a:moveTo>
                    <a:pt x="0" y="0"/>
                  </a:moveTo>
                  <a:lnTo>
                    <a:pt x="10118603" y="0"/>
                  </a:lnTo>
                  <a:lnTo>
                    <a:pt x="10118603" y="700580"/>
                  </a:lnTo>
                  <a:lnTo>
                    <a:pt x="0" y="700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0118603" cy="729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0"/>
                </a:lnSpc>
              </a:pPr>
              <a:r>
                <a:rPr lang="en-US" sz="244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Variables, Facts, Conditionals, and Loops</a:t>
              </a:r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682526" y="7386042"/>
            <a:ext cx="974973" cy="1184522"/>
          </a:xfrm>
          <a:custGeom>
            <a:avLst/>
            <a:gdLst/>
            <a:ahLst/>
            <a:cxnLst/>
            <a:rect l="l" t="t" r="r" b="b"/>
            <a:pathLst>
              <a:path w="974973" h="1184522">
                <a:moveTo>
                  <a:pt x="0" y="0"/>
                </a:moveTo>
                <a:lnTo>
                  <a:pt x="974973" y="0"/>
                </a:lnTo>
                <a:lnTo>
                  <a:pt x="974973" y="1184523"/>
                </a:lnTo>
                <a:lnTo>
                  <a:pt x="0" y="1184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1" b="-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949946" y="7648131"/>
            <a:ext cx="6222031" cy="525435"/>
            <a:chOff x="0" y="0"/>
            <a:chExt cx="8296042" cy="7005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96042" cy="700580"/>
            </a:xfrm>
            <a:custGeom>
              <a:avLst/>
              <a:gdLst/>
              <a:ahLst/>
              <a:cxnLst/>
              <a:rect l="l" t="t" r="r" b="b"/>
              <a:pathLst>
                <a:path w="8296042" h="700580">
                  <a:moveTo>
                    <a:pt x="0" y="0"/>
                  </a:moveTo>
                  <a:lnTo>
                    <a:pt x="8296042" y="0"/>
                  </a:lnTo>
                  <a:lnTo>
                    <a:pt x="8296042" y="700580"/>
                  </a:lnTo>
                  <a:lnTo>
                    <a:pt x="0" y="700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8296042" cy="729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0"/>
                </a:lnSpc>
              </a:pPr>
              <a:r>
                <a:rPr lang="en-US" sz="244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Dedicated VARS for clean Ansible</a:t>
              </a:r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682526" y="8570565"/>
            <a:ext cx="974973" cy="1184522"/>
          </a:xfrm>
          <a:custGeom>
            <a:avLst/>
            <a:gdLst/>
            <a:ahLst/>
            <a:cxnLst/>
            <a:rect l="l" t="t" r="r" b="b"/>
            <a:pathLst>
              <a:path w="974973" h="1184522">
                <a:moveTo>
                  <a:pt x="0" y="0"/>
                </a:moveTo>
                <a:lnTo>
                  <a:pt x="974973" y="0"/>
                </a:lnTo>
                <a:lnTo>
                  <a:pt x="974973" y="1184522"/>
                </a:lnTo>
                <a:lnTo>
                  <a:pt x="0" y="11845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1" b="-3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949946" y="8821266"/>
            <a:ext cx="4026803" cy="525435"/>
            <a:chOff x="0" y="0"/>
            <a:chExt cx="5369071" cy="7005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69071" cy="700580"/>
            </a:xfrm>
            <a:custGeom>
              <a:avLst/>
              <a:gdLst/>
              <a:ahLst/>
              <a:cxnLst/>
              <a:rect l="l" t="t" r="r" b="b"/>
              <a:pathLst>
                <a:path w="5369071" h="700580">
                  <a:moveTo>
                    <a:pt x="0" y="0"/>
                  </a:moveTo>
                  <a:lnTo>
                    <a:pt x="5369071" y="0"/>
                  </a:lnTo>
                  <a:lnTo>
                    <a:pt x="5369071" y="700580"/>
                  </a:lnTo>
                  <a:lnTo>
                    <a:pt x="0" y="700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5369071" cy="729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30"/>
                </a:lnSpc>
              </a:pPr>
              <a:r>
                <a:rPr lang="en-US" sz="2449" b="1" spc="-74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Handlers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80544" y="1947408"/>
            <a:ext cx="11435160" cy="1204209"/>
            <a:chOff x="0" y="0"/>
            <a:chExt cx="15246880" cy="16056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6880" cy="1605612"/>
            </a:xfrm>
            <a:custGeom>
              <a:avLst/>
              <a:gdLst/>
              <a:ahLst/>
              <a:cxnLst/>
              <a:rect l="l" t="t" r="r" b="b"/>
              <a:pathLst>
                <a:path w="15246880" h="1605612">
                  <a:moveTo>
                    <a:pt x="0" y="0"/>
                  </a:moveTo>
                  <a:lnTo>
                    <a:pt x="15246880" y="0"/>
                  </a:lnTo>
                  <a:lnTo>
                    <a:pt x="15246880" y="1605612"/>
                  </a:lnTo>
                  <a:lnTo>
                    <a:pt x="0" y="16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5246880" cy="16341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 Inventory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1035" y="4007700"/>
            <a:ext cx="3870615" cy="769980"/>
            <a:chOff x="0" y="0"/>
            <a:chExt cx="5160820" cy="1026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60820" cy="1026640"/>
            </a:xfrm>
            <a:custGeom>
              <a:avLst/>
              <a:gdLst/>
              <a:ahLst/>
              <a:cxnLst/>
              <a:rect l="l" t="t" r="r" b="b"/>
              <a:pathLst>
                <a:path w="5160820" h="1026640">
                  <a:moveTo>
                    <a:pt x="0" y="0"/>
                  </a:moveTo>
                  <a:lnTo>
                    <a:pt x="5160820" y="0"/>
                  </a:lnTo>
                  <a:lnTo>
                    <a:pt x="5160820" y="1026640"/>
                  </a:lnTo>
                  <a:lnTo>
                    <a:pt x="0" y="1026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160820" cy="1045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3549" b="1" spc="-10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Static Inventory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5120580"/>
            <a:ext cx="7805886" cy="641012"/>
            <a:chOff x="0" y="0"/>
            <a:chExt cx="10407848" cy="85468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5"/>
                </a:lnSpc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Simple text file listing hosts manually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5829300"/>
            <a:ext cx="7805886" cy="641012"/>
            <a:chOff x="0" y="0"/>
            <a:chExt cx="10407848" cy="8546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0550" lvl="1" indent="-225275" algn="l">
                <a:lnSpc>
                  <a:spcPts val="4865"/>
                </a:lnSpc>
                <a:buFont typeface="Arial"/>
                <a:buChar char="•"/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Easy to read and write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6382047"/>
            <a:ext cx="7805886" cy="641012"/>
            <a:chOff x="0" y="0"/>
            <a:chExt cx="10407848" cy="85468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0550" lvl="1" indent="-225275" algn="l">
                <a:lnSpc>
                  <a:spcPts val="4865"/>
                </a:lnSpc>
                <a:buFont typeface="Arial"/>
                <a:buChar char="•"/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No external dependency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8" y="6934795"/>
            <a:ext cx="7805886" cy="641012"/>
            <a:chOff x="0" y="0"/>
            <a:chExt cx="10407848" cy="8546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0550" lvl="1" indent="-225275" algn="l">
                <a:lnSpc>
                  <a:spcPts val="4865"/>
                </a:lnSpc>
                <a:buFont typeface="Arial"/>
                <a:buChar char="•"/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Ideal for small environments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93815" y="4007700"/>
            <a:ext cx="4593738" cy="769980"/>
            <a:chOff x="0" y="0"/>
            <a:chExt cx="6124984" cy="1026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124984" cy="1026640"/>
            </a:xfrm>
            <a:custGeom>
              <a:avLst/>
              <a:gdLst/>
              <a:ahLst/>
              <a:cxnLst/>
              <a:rect l="l" t="t" r="r" b="b"/>
              <a:pathLst>
                <a:path w="6124984" h="1026640">
                  <a:moveTo>
                    <a:pt x="0" y="0"/>
                  </a:moveTo>
                  <a:lnTo>
                    <a:pt x="6124984" y="0"/>
                  </a:lnTo>
                  <a:lnTo>
                    <a:pt x="6124984" y="1026640"/>
                  </a:lnTo>
                  <a:lnTo>
                    <a:pt x="0" y="1026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124984" cy="1045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3549" b="1" spc="-108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Dynamic Inventory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99401" y="5120580"/>
            <a:ext cx="7805886" cy="641012"/>
            <a:chOff x="0" y="0"/>
            <a:chExt cx="10407848" cy="85468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5"/>
                </a:lnSpc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Generated from scripts or plugins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99401" y="5829300"/>
            <a:ext cx="7805886" cy="641012"/>
            <a:chOff x="0" y="0"/>
            <a:chExt cx="10407848" cy="8546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0550" lvl="1" indent="-225275" algn="l">
                <a:lnSpc>
                  <a:spcPts val="4865"/>
                </a:lnSpc>
                <a:buFont typeface="Arial"/>
                <a:buChar char="•"/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Reflects real-time infrastructure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99401" y="6382047"/>
            <a:ext cx="7805886" cy="641012"/>
            <a:chOff x="0" y="0"/>
            <a:chExt cx="10407848" cy="85468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0550" lvl="1" indent="-225275" algn="l">
                <a:lnSpc>
                  <a:spcPts val="4865"/>
                </a:lnSpc>
                <a:buFont typeface="Arial"/>
                <a:buChar char="•"/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Scales to thousands of nodes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99401" y="6934795"/>
            <a:ext cx="7805886" cy="641012"/>
            <a:chOff x="0" y="0"/>
            <a:chExt cx="10407848" cy="8546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407848" cy="854683"/>
            </a:xfrm>
            <a:custGeom>
              <a:avLst/>
              <a:gdLst/>
              <a:ahLst/>
              <a:cxnLst/>
              <a:rect l="l" t="t" r="r" b="b"/>
              <a:pathLst>
                <a:path w="10407848" h="854683">
                  <a:moveTo>
                    <a:pt x="0" y="0"/>
                  </a:moveTo>
                  <a:lnTo>
                    <a:pt x="10407848" y="0"/>
                  </a:lnTo>
                  <a:lnTo>
                    <a:pt x="10407848" y="854683"/>
                  </a:lnTo>
                  <a:lnTo>
                    <a:pt x="0" y="8546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23825"/>
              <a:ext cx="10407848" cy="978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50550" lvl="1" indent="-225275" algn="l">
                <a:lnSpc>
                  <a:spcPts val="4865"/>
                </a:lnSpc>
                <a:buFont typeface="Arial"/>
                <a:buChar char="•"/>
              </a:pPr>
              <a:r>
                <a:rPr lang="en-US" sz="2987" spc="-6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Adapts to changes automatically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3544044"/>
          </a:xfrm>
          <a:custGeom>
            <a:avLst/>
            <a:gdLst/>
            <a:ahLst/>
            <a:cxnLst/>
            <a:rect l="l" t="t" r="r" b="b"/>
            <a:pathLst>
              <a:path w="18288000" h="3544044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92238" y="4580185"/>
            <a:ext cx="7088237" cy="885974"/>
            <a:chOff x="0" y="0"/>
            <a:chExt cx="9450983" cy="1181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450983" cy="1209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Dynamic Inventory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7475" y="6205537"/>
            <a:ext cx="647402" cy="647403"/>
            <a:chOff x="0" y="0"/>
            <a:chExt cx="863203" cy="863203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1098575" y="6263431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913632" y="6210300"/>
            <a:ext cx="4324052" cy="885825"/>
            <a:chOff x="0" y="0"/>
            <a:chExt cx="5765403" cy="1181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65404" cy="1181100"/>
            </a:xfrm>
            <a:custGeom>
              <a:avLst/>
              <a:gdLst/>
              <a:ahLst/>
              <a:cxnLst/>
              <a:rect l="l" t="t" r="r" b="b"/>
              <a:pathLst>
                <a:path w="5765404" h="1181100">
                  <a:moveTo>
                    <a:pt x="0" y="0"/>
                  </a:moveTo>
                  <a:lnTo>
                    <a:pt x="5765404" y="0"/>
                  </a:lnTo>
                  <a:lnTo>
                    <a:pt x="5765404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5765403" cy="1200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Use Dynamic Inventories?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13632" y="7266235"/>
            <a:ext cx="4324052" cy="907256"/>
            <a:chOff x="0" y="0"/>
            <a:chExt cx="5765403" cy="12096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65404" cy="1209675"/>
            </a:xfrm>
            <a:custGeom>
              <a:avLst/>
              <a:gdLst/>
              <a:ahLst/>
              <a:cxnLst/>
              <a:rect l="l" t="t" r="r" b="b"/>
              <a:pathLst>
                <a:path w="5765404" h="1209675">
                  <a:moveTo>
                    <a:pt x="0" y="0"/>
                  </a:moveTo>
                  <a:lnTo>
                    <a:pt x="5765404" y="0"/>
                  </a:lnTo>
                  <a:lnTo>
                    <a:pt x="576540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5765403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IP addresses change due to scaling or restarts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13632" y="8343602"/>
            <a:ext cx="4324052" cy="907256"/>
            <a:chOff x="0" y="0"/>
            <a:chExt cx="5765403" cy="12096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765404" cy="1209675"/>
            </a:xfrm>
            <a:custGeom>
              <a:avLst/>
              <a:gdLst/>
              <a:ahLst/>
              <a:cxnLst/>
              <a:rect l="l" t="t" r="r" b="b"/>
              <a:pathLst>
                <a:path w="5765404" h="1209675">
                  <a:moveTo>
                    <a:pt x="0" y="0"/>
                  </a:moveTo>
                  <a:lnTo>
                    <a:pt x="5765404" y="0"/>
                  </a:lnTo>
                  <a:lnTo>
                    <a:pt x="576540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5765403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Manual updates aren't practical in cloud environments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16440" y="6205537"/>
            <a:ext cx="647403" cy="647403"/>
            <a:chOff x="0" y="0"/>
            <a:chExt cx="863203" cy="863203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6627540" y="6263431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2" y="0"/>
                </a:lnTo>
                <a:lnTo>
                  <a:pt x="425202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7442598" y="6210300"/>
            <a:ext cx="3544044" cy="442912"/>
            <a:chOff x="0" y="0"/>
            <a:chExt cx="4725392" cy="5905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AWS Example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42598" y="6823322"/>
            <a:ext cx="4324052" cy="907256"/>
            <a:chOff x="0" y="0"/>
            <a:chExt cx="5765403" cy="120967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765404" cy="1209675"/>
            </a:xfrm>
            <a:custGeom>
              <a:avLst/>
              <a:gdLst/>
              <a:ahLst/>
              <a:cxnLst/>
              <a:rect l="l" t="t" r="r" b="b"/>
              <a:pathLst>
                <a:path w="5765404" h="1209675">
                  <a:moveTo>
                    <a:pt x="0" y="0"/>
                  </a:moveTo>
                  <a:lnTo>
                    <a:pt x="5765404" y="0"/>
                  </a:lnTo>
                  <a:lnTo>
                    <a:pt x="576540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5765403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 aws_ec2.yml configuration file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42598" y="7900690"/>
            <a:ext cx="4324052" cy="907256"/>
            <a:chOff x="0" y="0"/>
            <a:chExt cx="5765403" cy="120967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765404" cy="1209675"/>
            </a:xfrm>
            <a:custGeom>
              <a:avLst/>
              <a:gdLst/>
              <a:ahLst/>
              <a:cxnLst/>
              <a:rect l="l" t="t" r="r" b="b"/>
              <a:pathLst>
                <a:path w="5765404" h="1209675">
                  <a:moveTo>
                    <a:pt x="0" y="0"/>
                  </a:moveTo>
                  <a:lnTo>
                    <a:pt x="5765404" y="0"/>
                  </a:lnTo>
                  <a:lnTo>
                    <a:pt x="576540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5765403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Run: ansible-inventory -i aws_ec2.yml --graph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045404" y="6205537"/>
            <a:ext cx="647402" cy="647403"/>
            <a:chOff x="0" y="0"/>
            <a:chExt cx="863203" cy="863203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12156505" y="6263431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2971561" y="6210300"/>
            <a:ext cx="3544044" cy="442912"/>
            <a:chOff x="0" y="0"/>
            <a:chExt cx="4725392" cy="5905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Other Providers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971561" y="6823322"/>
            <a:ext cx="4324052" cy="453629"/>
            <a:chOff x="0" y="0"/>
            <a:chExt cx="5765403" cy="60483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765404" cy="604838"/>
            </a:xfrm>
            <a:custGeom>
              <a:avLst/>
              <a:gdLst/>
              <a:ahLst/>
              <a:cxnLst/>
              <a:rect l="l" t="t" r="r" b="b"/>
              <a:pathLst>
                <a:path w="5765404" h="604838">
                  <a:moveTo>
                    <a:pt x="0" y="0"/>
                  </a:moveTo>
                  <a:lnTo>
                    <a:pt x="5765404" y="0"/>
                  </a:lnTo>
                  <a:lnTo>
                    <a:pt x="576540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5765403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GCP: gcp_compute plugin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971561" y="7447061"/>
            <a:ext cx="4324052" cy="453629"/>
            <a:chOff x="0" y="0"/>
            <a:chExt cx="5765403" cy="60483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765404" cy="604838"/>
            </a:xfrm>
            <a:custGeom>
              <a:avLst/>
              <a:gdLst/>
              <a:ahLst/>
              <a:cxnLst/>
              <a:rect l="l" t="t" r="r" b="b"/>
              <a:pathLst>
                <a:path w="5765404" h="604838">
                  <a:moveTo>
                    <a:pt x="0" y="0"/>
                  </a:moveTo>
                  <a:lnTo>
                    <a:pt x="5765404" y="0"/>
                  </a:lnTo>
                  <a:lnTo>
                    <a:pt x="576540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5765403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Azure: azure_rm plugin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850237" y="2060207"/>
            <a:ext cx="9434959" cy="1204209"/>
            <a:chOff x="0" y="0"/>
            <a:chExt cx="12579945" cy="16056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79945" cy="1605612"/>
            </a:xfrm>
            <a:custGeom>
              <a:avLst/>
              <a:gdLst/>
              <a:ahLst/>
              <a:cxnLst/>
              <a:rect l="l" t="t" r="r" b="b"/>
              <a:pathLst>
                <a:path w="12579945" h="1605612">
                  <a:moveTo>
                    <a:pt x="0" y="0"/>
                  </a:moveTo>
                  <a:lnTo>
                    <a:pt x="12579945" y="0"/>
                  </a:lnTo>
                  <a:lnTo>
                    <a:pt x="12579945" y="1605612"/>
                  </a:lnTo>
                  <a:lnTo>
                    <a:pt x="0" y="16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2579945" cy="16341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Static vs Dynamic Inventory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45475" y="3525739"/>
            <a:ext cx="9455051" cy="4546699"/>
            <a:chOff x="0" y="0"/>
            <a:chExt cx="12606735" cy="60622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06782" cy="6062218"/>
            </a:xfrm>
            <a:custGeom>
              <a:avLst/>
              <a:gdLst/>
              <a:ahLst/>
              <a:cxnLst/>
              <a:rect l="l" t="t" r="r" b="b"/>
              <a:pathLst>
                <a:path w="12606782" h="606221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2441428" y="0"/>
                  </a:lnTo>
                  <a:lnTo>
                    <a:pt x="12441428" y="6350"/>
                  </a:lnTo>
                  <a:lnTo>
                    <a:pt x="12441428" y="0"/>
                  </a:lnTo>
                  <a:cubicBezTo>
                    <a:pt x="12532741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5897118"/>
                  </a:lnTo>
                  <a:lnTo>
                    <a:pt x="12600432" y="5897118"/>
                  </a:lnTo>
                  <a:lnTo>
                    <a:pt x="12606782" y="5897118"/>
                  </a:lnTo>
                  <a:cubicBezTo>
                    <a:pt x="12606782" y="5988304"/>
                    <a:pt x="12532741" y="6062218"/>
                    <a:pt x="12441428" y="6062218"/>
                  </a:cubicBezTo>
                  <a:lnTo>
                    <a:pt x="12441428" y="6055868"/>
                  </a:lnTo>
                  <a:lnTo>
                    <a:pt x="12441428" y="6062218"/>
                  </a:lnTo>
                  <a:lnTo>
                    <a:pt x="165354" y="6062218"/>
                  </a:lnTo>
                  <a:lnTo>
                    <a:pt x="165354" y="6055868"/>
                  </a:lnTo>
                  <a:lnTo>
                    <a:pt x="165354" y="6062218"/>
                  </a:lnTo>
                  <a:cubicBezTo>
                    <a:pt x="74041" y="6062218"/>
                    <a:pt x="0" y="5988304"/>
                    <a:pt x="0" y="58971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897118"/>
                  </a:lnTo>
                  <a:lnTo>
                    <a:pt x="6350" y="5897118"/>
                  </a:lnTo>
                  <a:lnTo>
                    <a:pt x="12700" y="5897118"/>
                  </a:lnTo>
                  <a:cubicBezTo>
                    <a:pt x="12700" y="5981319"/>
                    <a:pt x="81026" y="6049518"/>
                    <a:pt x="165354" y="6049518"/>
                  </a:cubicBezTo>
                  <a:lnTo>
                    <a:pt x="12441428" y="6049518"/>
                  </a:lnTo>
                  <a:cubicBezTo>
                    <a:pt x="12525756" y="6049518"/>
                    <a:pt x="12594082" y="5981319"/>
                    <a:pt x="12594082" y="5897118"/>
                  </a:cubicBezTo>
                  <a:lnTo>
                    <a:pt x="12594082" y="165100"/>
                  </a:lnTo>
                  <a:cubicBezTo>
                    <a:pt x="12594082" y="80899"/>
                    <a:pt x="12525756" y="12700"/>
                    <a:pt x="12441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59762" y="3540026"/>
            <a:ext cx="9425434" cy="812899"/>
            <a:chOff x="0" y="0"/>
            <a:chExt cx="12567245" cy="10838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67285" cy="1083818"/>
            </a:xfrm>
            <a:custGeom>
              <a:avLst/>
              <a:gdLst/>
              <a:ahLst/>
              <a:cxnLst/>
              <a:rect l="l" t="t" r="r" b="b"/>
              <a:pathLst>
                <a:path w="12567285" h="1083818">
                  <a:moveTo>
                    <a:pt x="0" y="0"/>
                  </a:moveTo>
                  <a:lnTo>
                    <a:pt x="12567285" y="0"/>
                  </a:lnTo>
                  <a:lnTo>
                    <a:pt x="12567285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44321" y="3719661"/>
            <a:ext cx="2569666" cy="453629"/>
            <a:chOff x="0" y="0"/>
            <a:chExt cx="3426222" cy="6048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Feature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90548" y="3719661"/>
            <a:ext cx="2564904" cy="453629"/>
            <a:chOff x="0" y="0"/>
            <a:chExt cx="3419872" cy="6048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19872" cy="604838"/>
            </a:xfrm>
            <a:custGeom>
              <a:avLst/>
              <a:gdLst/>
              <a:ahLst/>
              <a:cxnLst/>
              <a:rect l="l" t="t" r="r" b="b"/>
              <a:pathLst>
                <a:path w="3419872" h="604838">
                  <a:moveTo>
                    <a:pt x="0" y="0"/>
                  </a:moveTo>
                  <a:lnTo>
                    <a:pt x="3419872" y="0"/>
                  </a:lnTo>
                  <a:lnTo>
                    <a:pt x="341987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341987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Static Inventory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432012" y="3719661"/>
            <a:ext cx="2569666" cy="453629"/>
            <a:chOff x="0" y="0"/>
            <a:chExt cx="3426222" cy="6048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Dynamic Inventory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59762" y="4352925"/>
            <a:ext cx="9425434" cy="812899"/>
            <a:chOff x="0" y="0"/>
            <a:chExt cx="12567245" cy="10838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67285" cy="1083818"/>
            </a:xfrm>
            <a:custGeom>
              <a:avLst/>
              <a:gdLst/>
              <a:ahLst/>
              <a:cxnLst/>
              <a:rect l="l" t="t" r="r" b="b"/>
              <a:pathLst>
                <a:path w="12567285" h="1083818">
                  <a:moveTo>
                    <a:pt x="0" y="0"/>
                  </a:moveTo>
                  <a:lnTo>
                    <a:pt x="12567285" y="0"/>
                  </a:lnTo>
                  <a:lnTo>
                    <a:pt x="12567285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44321" y="4532560"/>
            <a:ext cx="2569666" cy="453629"/>
            <a:chOff x="0" y="0"/>
            <a:chExt cx="3426222" cy="60483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Source of Hosts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290548" y="4532560"/>
            <a:ext cx="2564904" cy="453629"/>
            <a:chOff x="0" y="0"/>
            <a:chExt cx="3419872" cy="6048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19872" cy="604838"/>
            </a:xfrm>
            <a:custGeom>
              <a:avLst/>
              <a:gdLst/>
              <a:ahLst/>
              <a:cxnLst/>
              <a:rect l="l" t="t" r="r" b="b"/>
              <a:pathLst>
                <a:path w="3419872" h="604838">
                  <a:moveTo>
                    <a:pt x="0" y="0"/>
                  </a:moveTo>
                  <a:lnTo>
                    <a:pt x="3419872" y="0"/>
                  </a:lnTo>
                  <a:lnTo>
                    <a:pt x="341987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341987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Manually defined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432012" y="4532560"/>
            <a:ext cx="2569666" cy="453629"/>
            <a:chOff x="0" y="0"/>
            <a:chExt cx="3426222" cy="6048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Pulled from APIs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59762" y="5165824"/>
            <a:ext cx="9425434" cy="1266527"/>
            <a:chOff x="0" y="0"/>
            <a:chExt cx="12567245" cy="16887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567285" cy="1688719"/>
            </a:xfrm>
            <a:custGeom>
              <a:avLst/>
              <a:gdLst/>
              <a:ahLst/>
              <a:cxnLst/>
              <a:rect l="l" t="t" r="r" b="b"/>
              <a:pathLst>
                <a:path w="12567285" h="1688719">
                  <a:moveTo>
                    <a:pt x="0" y="0"/>
                  </a:moveTo>
                  <a:lnTo>
                    <a:pt x="12567285" y="0"/>
                  </a:lnTo>
                  <a:lnTo>
                    <a:pt x="12567285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44321" y="5345460"/>
            <a:ext cx="2569666" cy="453629"/>
            <a:chOff x="0" y="0"/>
            <a:chExt cx="3426222" cy="60483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File Format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290548" y="5345460"/>
            <a:ext cx="2564904" cy="453629"/>
            <a:chOff x="0" y="0"/>
            <a:chExt cx="3419872" cy="6048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19872" cy="604838"/>
            </a:xfrm>
            <a:custGeom>
              <a:avLst/>
              <a:gdLst/>
              <a:ahLst/>
              <a:cxnLst/>
              <a:rect l="l" t="t" r="r" b="b"/>
              <a:pathLst>
                <a:path w="3419872" h="604838">
                  <a:moveTo>
                    <a:pt x="0" y="0"/>
                  </a:moveTo>
                  <a:lnTo>
                    <a:pt x="3419872" y="0"/>
                  </a:lnTo>
                  <a:lnTo>
                    <a:pt x="341987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341987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INI or YAML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432012" y="5345460"/>
            <a:ext cx="2569666" cy="907256"/>
            <a:chOff x="0" y="0"/>
            <a:chExt cx="3426222" cy="120967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26222" cy="1209675"/>
            </a:xfrm>
            <a:custGeom>
              <a:avLst/>
              <a:gdLst/>
              <a:ahLst/>
              <a:cxnLst/>
              <a:rect l="l" t="t" r="r" b="b"/>
              <a:pathLst>
                <a:path w="3426222" h="1209675">
                  <a:moveTo>
                    <a:pt x="0" y="0"/>
                  </a:moveTo>
                  <a:lnTo>
                    <a:pt x="3426222" y="0"/>
                  </a:lnTo>
                  <a:lnTo>
                    <a:pt x="342622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85725"/>
              <a:ext cx="3426222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Plugin config in YAML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59762" y="6432351"/>
            <a:ext cx="9425434" cy="812899"/>
            <a:chOff x="0" y="0"/>
            <a:chExt cx="12567245" cy="108386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567285" cy="1083818"/>
            </a:xfrm>
            <a:custGeom>
              <a:avLst/>
              <a:gdLst/>
              <a:ahLst/>
              <a:cxnLst/>
              <a:rect l="l" t="t" r="r" b="b"/>
              <a:pathLst>
                <a:path w="12567285" h="1083818">
                  <a:moveTo>
                    <a:pt x="0" y="0"/>
                  </a:moveTo>
                  <a:lnTo>
                    <a:pt x="12567285" y="0"/>
                  </a:lnTo>
                  <a:lnTo>
                    <a:pt x="12567285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44321" y="6611987"/>
            <a:ext cx="2569666" cy="453629"/>
            <a:chOff x="0" y="0"/>
            <a:chExt cx="3426222" cy="60483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Realtime Updates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290548" y="6611987"/>
            <a:ext cx="2564904" cy="453629"/>
            <a:chOff x="0" y="0"/>
            <a:chExt cx="3419872" cy="60483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419872" cy="604838"/>
            </a:xfrm>
            <a:custGeom>
              <a:avLst/>
              <a:gdLst/>
              <a:ahLst/>
              <a:cxnLst/>
              <a:rect l="l" t="t" r="r" b="b"/>
              <a:pathLst>
                <a:path w="3419872" h="604838">
                  <a:moveTo>
                    <a:pt x="0" y="0"/>
                  </a:moveTo>
                  <a:lnTo>
                    <a:pt x="3419872" y="0"/>
                  </a:lnTo>
                  <a:lnTo>
                    <a:pt x="341987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341987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Manual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432012" y="6611987"/>
            <a:ext cx="2569666" cy="453629"/>
            <a:chOff x="0" y="0"/>
            <a:chExt cx="3426222" cy="60483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Automatic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859762" y="7245251"/>
            <a:ext cx="9425434" cy="812899"/>
            <a:chOff x="0" y="0"/>
            <a:chExt cx="12567245" cy="108386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567285" cy="1083818"/>
            </a:xfrm>
            <a:custGeom>
              <a:avLst/>
              <a:gdLst/>
              <a:ahLst/>
              <a:cxnLst/>
              <a:rect l="l" t="t" r="r" b="b"/>
              <a:pathLst>
                <a:path w="12567285" h="1083818">
                  <a:moveTo>
                    <a:pt x="0" y="0"/>
                  </a:moveTo>
                  <a:lnTo>
                    <a:pt x="12567285" y="0"/>
                  </a:lnTo>
                  <a:lnTo>
                    <a:pt x="12567285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144321" y="7424886"/>
            <a:ext cx="2569666" cy="453629"/>
            <a:chOff x="0" y="0"/>
            <a:chExt cx="3426222" cy="60483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 Case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290548" y="7424886"/>
            <a:ext cx="2564904" cy="453629"/>
            <a:chOff x="0" y="0"/>
            <a:chExt cx="3419872" cy="60483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19872" cy="604838"/>
            </a:xfrm>
            <a:custGeom>
              <a:avLst/>
              <a:gdLst/>
              <a:ahLst/>
              <a:cxnLst/>
              <a:rect l="l" t="t" r="r" b="b"/>
              <a:pathLst>
                <a:path w="3419872" h="604838">
                  <a:moveTo>
                    <a:pt x="0" y="0"/>
                  </a:moveTo>
                  <a:lnTo>
                    <a:pt x="3419872" y="0"/>
                  </a:lnTo>
                  <a:lnTo>
                    <a:pt x="341987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85725"/>
              <a:ext cx="341987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Labs, static infra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432012" y="7424886"/>
            <a:ext cx="2569666" cy="453629"/>
            <a:chOff x="0" y="0"/>
            <a:chExt cx="3426222" cy="60483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426222" cy="604838"/>
            </a:xfrm>
            <a:custGeom>
              <a:avLst/>
              <a:gdLst/>
              <a:ahLst/>
              <a:cxnLst/>
              <a:rect l="l" t="t" r="r" b="b"/>
              <a:pathLst>
                <a:path w="3426222" h="604838">
                  <a:moveTo>
                    <a:pt x="0" y="0"/>
                  </a:moveTo>
                  <a:lnTo>
                    <a:pt x="3426222" y="0"/>
                  </a:lnTo>
                  <a:lnTo>
                    <a:pt x="34262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85725"/>
              <a:ext cx="34262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Cloud, auto-scaling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5A7B-D71D-092E-738D-4541FCB4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6">
            <a:extLst>
              <a:ext uri="{FF2B5EF4-FFF2-40B4-BE49-F238E27FC236}">
                <a16:creationId xmlns:a16="http://schemas.microsoft.com/office/drawing/2014/main" id="{615E9A7B-2B36-6FDA-C28B-0E8C9678228D}"/>
              </a:ext>
            </a:extLst>
          </p:cNvPr>
          <p:cNvSpPr txBox="1"/>
          <p:nvPr/>
        </p:nvSpPr>
        <p:spPr>
          <a:xfrm>
            <a:off x="685800" y="495300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Dynamic Inventory Plugins</a:t>
            </a: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8C2C382C-C319-9E45-9A77-D8F7C09FB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990185"/>
              </p:ext>
            </p:extLst>
          </p:nvPr>
        </p:nvGraphicFramePr>
        <p:xfrm>
          <a:off x="1053548" y="1714500"/>
          <a:ext cx="13348252" cy="36933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9878">
                  <a:extLst>
                    <a:ext uri="{9D8B030D-6E8A-4147-A177-3AD203B41FA5}">
                      <a16:colId xmlns:a16="http://schemas.microsoft.com/office/drawing/2014/main" val="2444326785"/>
                    </a:ext>
                  </a:extLst>
                </a:gridCol>
                <a:gridCol w="3033693">
                  <a:extLst>
                    <a:ext uri="{9D8B030D-6E8A-4147-A177-3AD203B41FA5}">
                      <a16:colId xmlns:a16="http://schemas.microsoft.com/office/drawing/2014/main" val="3274244998"/>
                    </a:ext>
                  </a:extLst>
                </a:gridCol>
                <a:gridCol w="3640433">
                  <a:extLst>
                    <a:ext uri="{9D8B030D-6E8A-4147-A177-3AD203B41FA5}">
                      <a16:colId xmlns:a16="http://schemas.microsoft.com/office/drawing/2014/main" val="2685588961"/>
                    </a:ext>
                  </a:extLst>
                </a:gridCol>
                <a:gridCol w="4584248">
                  <a:extLst>
                    <a:ext uri="{9D8B030D-6E8A-4147-A177-3AD203B41FA5}">
                      <a16:colId xmlns:a16="http://schemas.microsoft.com/office/drawing/2014/main" val="675791317"/>
                    </a:ext>
                  </a:extLst>
                </a:gridCol>
              </a:tblGrid>
              <a:tr h="58513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Provider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Plugin Name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Inventory File (YAML)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CLI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62791978"/>
                  </a:ext>
                </a:extLst>
              </a:tr>
              <a:tr h="10360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AWS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aws_ec2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aws_ec2.yml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ansible-inventory -</a:t>
                      </a:r>
                      <a:r>
                        <a:rPr lang="en-US" sz="2400" b="0" i="0" u="none" strike="noStrike" dirty="0" err="1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i</a:t>
                      </a:r>
                      <a:r>
                        <a:rPr lang="en-US" sz="2400" b="0" i="0" u="none" strike="noStrike" dirty="0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 aws_ec2.yml --graph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28608714"/>
                  </a:ext>
                </a:extLst>
              </a:tr>
              <a:tr h="10360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GCP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gcp_compute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gcp.yml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ansible-inventory -i gcp.yml --graph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0586613"/>
                  </a:ext>
                </a:extLst>
              </a:tr>
              <a:tr h="10360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Azure</a:t>
                      </a:r>
                      <a:endParaRPr lang="en-US" sz="4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azure_rm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azure_rm.yml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ansible-inventory -</a:t>
                      </a:r>
                      <a:r>
                        <a:rPr lang="en-US" sz="2400" b="0" i="0" u="none" strike="noStrike" dirty="0" err="1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i</a:t>
                      </a:r>
                      <a:r>
                        <a:rPr lang="en-US" sz="2400" b="0" i="0" u="none" strike="noStrike" dirty="0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 </a:t>
                      </a:r>
                      <a:r>
                        <a:rPr lang="en-US" sz="2400" b="0" i="0" u="none" strike="noStrike" dirty="0" err="1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azure_rm.yml</a:t>
                      </a:r>
                      <a:r>
                        <a:rPr lang="en-US" sz="2400" b="0" i="0" u="none" strike="noStrike" dirty="0">
                          <a:solidFill>
                            <a:srgbClr val="188038"/>
                          </a:solidFill>
                          <a:effectLst/>
                          <a:latin typeface="Roboto Mono" pitchFamily="49" charset="0"/>
                        </a:rPr>
                        <a:t> --graph</a:t>
                      </a:r>
                      <a:endParaRPr lang="en-US" sz="40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254652690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DEE981A2-F540-740E-1642-98E5FBBD1147}"/>
              </a:ext>
            </a:extLst>
          </p:cNvPr>
          <p:cNvSpPr txBox="1"/>
          <p:nvPr/>
        </p:nvSpPr>
        <p:spPr>
          <a:xfrm>
            <a:off x="1053548" y="5703688"/>
            <a:ext cx="831905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Plugin Execution:</a:t>
            </a:r>
          </a:p>
          <a:p>
            <a:r>
              <a:rPr lang="en-US" sz="2800" dirty="0"/>
              <a:t>When you run: ansible-inventory -</a:t>
            </a:r>
            <a:r>
              <a:rPr lang="en-US" sz="2800" dirty="0" err="1"/>
              <a:t>i</a:t>
            </a:r>
            <a:r>
              <a:rPr lang="en-US" sz="2800" dirty="0"/>
              <a:t> aws_ec2.yml --graph</a:t>
            </a:r>
            <a:br>
              <a:rPr lang="en-US" sz="2800" dirty="0"/>
            </a:br>
            <a:endParaRPr lang="en-US" sz="2800" dirty="0"/>
          </a:p>
          <a:p>
            <a:r>
              <a:rPr lang="en-US" sz="2800" u="sng" dirty="0"/>
              <a:t>Ansible</a:t>
            </a:r>
            <a:r>
              <a:rPr lang="en-US" sz="2800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/>
              <a:t>Reads aws_ec2.yml, which defines how to connect to AWS (region, filters, credentials).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/>
              <a:t>Queries AWS using Boto3 to fetch instance info.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13B255-C7F4-44DB-2C68-2A8E2BAF1233}"/>
              </a:ext>
            </a:extLst>
          </p:cNvPr>
          <p:cNvSpPr txBox="1"/>
          <p:nvPr/>
        </p:nvSpPr>
        <p:spPr>
          <a:xfrm>
            <a:off x="10363200" y="7658069"/>
            <a:ext cx="656570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Returns a structured inventory showing groups like:</a:t>
            </a:r>
            <a:br>
              <a:rPr lang="en-US" sz="2400" i="1" dirty="0"/>
            </a:br>
            <a:br>
              <a:rPr lang="en-US" sz="2400" i="1" dirty="0"/>
            </a:br>
            <a:r>
              <a:rPr lang="en-US" sz="2400" i="1" dirty="0"/>
              <a:t>@all:</a:t>
            </a:r>
          </a:p>
          <a:p>
            <a:r>
              <a:rPr lang="en-US" sz="2400" i="1" dirty="0"/>
              <a:t>  |--@aws_ec2:</a:t>
            </a:r>
          </a:p>
          <a:p>
            <a:r>
              <a:rPr lang="en-US" sz="2400" i="1" dirty="0"/>
              <a:t>      |-- 10.0.0.25</a:t>
            </a:r>
          </a:p>
          <a:p>
            <a:r>
              <a:rPr lang="en-US" sz="2400" i="1" dirty="0"/>
              <a:t>      |-- 10.0.0.32</a:t>
            </a:r>
          </a:p>
        </p:txBody>
      </p:sp>
    </p:spTree>
    <p:extLst>
      <p:ext uri="{BB962C8B-B14F-4D97-AF65-F5344CB8AC3E}">
        <p14:creationId xmlns:p14="http://schemas.microsoft.com/office/powerpoint/2010/main" val="701263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92506"/>
          </a:xfrm>
          <a:custGeom>
            <a:avLst/>
            <a:gdLst/>
            <a:ahLst/>
            <a:cxnLst/>
            <a:rect l="l" t="t" r="r" b="b"/>
            <a:pathLst>
              <a:path w="6858000" h="10292506">
                <a:moveTo>
                  <a:pt x="0" y="0"/>
                </a:moveTo>
                <a:lnTo>
                  <a:pt x="6858000" y="0"/>
                </a:lnTo>
                <a:lnTo>
                  <a:pt x="6858000" y="10292506"/>
                </a:lnTo>
                <a:lnTo>
                  <a:pt x="0" y="10292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9" b="-1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46969" y="586978"/>
            <a:ext cx="6445300" cy="667047"/>
            <a:chOff x="0" y="0"/>
            <a:chExt cx="8593733" cy="8893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93734" cy="889397"/>
            </a:xfrm>
            <a:custGeom>
              <a:avLst/>
              <a:gdLst/>
              <a:ahLst/>
              <a:cxnLst/>
              <a:rect l="l" t="t" r="r" b="b"/>
              <a:pathLst>
                <a:path w="8593734" h="889397">
                  <a:moveTo>
                    <a:pt x="0" y="0"/>
                  </a:moveTo>
                  <a:lnTo>
                    <a:pt x="8593734" y="0"/>
                  </a:lnTo>
                  <a:lnTo>
                    <a:pt x="8593734" y="889397"/>
                  </a:lnTo>
                  <a:lnTo>
                    <a:pt x="0" y="8893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593733" cy="9084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50"/>
                </a:lnSpc>
              </a:pPr>
              <a:r>
                <a:rPr lang="en-US" sz="4187" b="1" spc="-12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Essential Ansible Modules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2206" y="1569392"/>
            <a:ext cx="9945589" cy="2090291"/>
            <a:chOff x="0" y="0"/>
            <a:chExt cx="13260785" cy="2787055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13248131" cy="2774315"/>
            </a:xfrm>
            <a:custGeom>
              <a:avLst/>
              <a:gdLst/>
              <a:ahLst/>
              <a:cxnLst/>
              <a:rect l="l" t="t" r="r" b="b"/>
              <a:pathLst>
                <a:path w="13248131" h="2774315">
                  <a:moveTo>
                    <a:pt x="0" y="119507"/>
                  </a:moveTo>
                  <a:cubicBezTo>
                    <a:pt x="0" y="53467"/>
                    <a:pt x="53721" y="0"/>
                    <a:pt x="120015" y="0"/>
                  </a:cubicBezTo>
                  <a:lnTo>
                    <a:pt x="13128117" y="0"/>
                  </a:lnTo>
                  <a:cubicBezTo>
                    <a:pt x="13194410" y="0"/>
                    <a:pt x="13248131" y="53467"/>
                    <a:pt x="13248131" y="119507"/>
                  </a:cubicBezTo>
                  <a:lnTo>
                    <a:pt x="13248131" y="2654808"/>
                  </a:lnTo>
                  <a:cubicBezTo>
                    <a:pt x="13248131" y="2720848"/>
                    <a:pt x="13194410" y="2774315"/>
                    <a:pt x="13128117" y="2774315"/>
                  </a:cubicBezTo>
                  <a:lnTo>
                    <a:pt x="120015" y="2774315"/>
                  </a:lnTo>
                  <a:cubicBezTo>
                    <a:pt x="53721" y="2774315"/>
                    <a:pt x="0" y="2720848"/>
                    <a:pt x="0" y="2654808"/>
                  </a:cubicBezTo>
                  <a:close/>
                </a:path>
              </a:pathLst>
            </a:custGeom>
            <a:solidFill>
              <a:srgbClr val="5E9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3260831" cy="2787015"/>
            </a:xfrm>
            <a:custGeom>
              <a:avLst/>
              <a:gdLst/>
              <a:ahLst/>
              <a:cxnLst/>
              <a:rect l="l" t="t" r="r" b="b"/>
              <a:pathLst>
                <a:path w="13260831" h="2787015">
                  <a:moveTo>
                    <a:pt x="0" y="125857"/>
                  </a:moveTo>
                  <a:cubicBezTo>
                    <a:pt x="0" y="56388"/>
                    <a:pt x="56642" y="0"/>
                    <a:pt x="126365" y="0"/>
                  </a:cubicBezTo>
                  <a:lnTo>
                    <a:pt x="13134467" y="0"/>
                  </a:lnTo>
                  <a:lnTo>
                    <a:pt x="13134467" y="6350"/>
                  </a:lnTo>
                  <a:lnTo>
                    <a:pt x="13134467" y="0"/>
                  </a:lnTo>
                  <a:cubicBezTo>
                    <a:pt x="13204189" y="0"/>
                    <a:pt x="13260831" y="56388"/>
                    <a:pt x="13260831" y="125857"/>
                  </a:cubicBezTo>
                  <a:lnTo>
                    <a:pt x="13254481" y="125857"/>
                  </a:lnTo>
                  <a:lnTo>
                    <a:pt x="13260831" y="125857"/>
                  </a:lnTo>
                  <a:lnTo>
                    <a:pt x="13260831" y="2661158"/>
                  </a:lnTo>
                  <a:lnTo>
                    <a:pt x="13254481" y="2661158"/>
                  </a:lnTo>
                  <a:lnTo>
                    <a:pt x="13260831" y="2661158"/>
                  </a:lnTo>
                  <a:cubicBezTo>
                    <a:pt x="13260831" y="2730754"/>
                    <a:pt x="13204189" y="2787015"/>
                    <a:pt x="13134467" y="2787015"/>
                  </a:cubicBezTo>
                  <a:lnTo>
                    <a:pt x="13134467" y="2780665"/>
                  </a:lnTo>
                  <a:lnTo>
                    <a:pt x="13134467" y="2787015"/>
                  </a:lnTo>
                  <a:lnTo>
                    <a:pt x="126365" y="2787015"/>
                  </a:lnTo>
                  <a:lnTo>
                    <a:pt x="126365" y="2780665"/>
                  </a:lnTo>
                  <a:lnTo>
                    <a:pt x="126365" y="2787015"/>
                  </a:lnTo>
                  <a:cubicBezTo>
                    <a:pt x="56642" y="2787015"/>
                    <a:pt x="0" y="2730627"/>
                    <a:pt x="0" y="2661158"/>
                  </a:cubicBezTo>
                  <a:lnTo>
                    <a:pt x="0" y="125857"/>
                  </a:lnTo>
                  <a:lnTo>
                    <a:pt x="6350" y="125857"/>
                  </a:lnTo>
                  <a:lnTo>
                    <a:pt x="0" y="125857"/>
                  </a:lnTo>
                  <a:moveTo>
                    <a:pt x="12700" y="125857"/>
                  </a:moveTo>
                  <a:lnTo>
                    <a:pt x="12700" y="2661158"/>
                  </a:lnTo>
                  <a:lnTo>
                    <a:pt x="6350" y="2661158"/>
                  </a:lnTo>
                  <a:lnTo>
                    <a:pt x="12700" y="2661158"/>
                  </a:lnTo>
                  <a:cubicBezTo>
                    <a:pt x="12700" y="2723642"/>
                    <a:pt x="63500" y="2774315"/>
                    <a:pt x="126365" y="2774315"/>
                  </a:cubicBezTo>
                  <a:lnTo>
                    <a:pt x="13134467" y="2774315"/>
                  </a:lnTo>
                  <a:cubicBezTo>
                    <a:pt x="13197205" y="2774315"/>
                    <a:pt x="13248131" y="2723642"/>
                    <a:pt x="13248131" y="2661158"/>
                  </a:cubicBezTo>
                  <a:lnTo>
                    <a:pt x="13248131" y="125857"/>
                  </a:lnTo>
                  <a:cubicBezTo>
                    <a:pt x="13248131" y="63373"/>
                    <a:pt x="13197331" y="12700"/>
                    <a:pt x="13134467" y="12700"/>
                  </a:cubicBezTo>
                  <a:lnTo>
                    <a:pt x="126365" y="12700"/>
                  </a:lnTo>
                  <a:lnTo>
                    <a:pt x="126365" y="6350"/>
                  </a:lnTo>
                  <a:lnTo>
                    <a:pt x="126365" y="12700"/>
                  </a:lnTo>
                  <a:cubicBezTo>
                    <a:pt x="63500" y="12700"/>
                    <a:pt x="12700" y="63373"/>
                    <a:pt x="12700" y="125857"/>
                  </a:cubicBezTo>
                  <a:close/>
                </a:path>
              </a:pathLst>
            </a:custGeom>
            <a:solidFill>
              <a:srgbClr val="447E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9912" y="1797100"/>
            <a:ext cx="2668041" cy="512607"/>
            <a:chOff x="0" y="0"/>
            <a:chExt cx="3557388" cy="6834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7388" cy="683476"/>
            </a:xfrm>
            <a:custGeom>
              <a:avLst/>
              <a:gdLst/>
              <a:ahLst/>
              <a:cxnLst/>
              <a:rect l="l" t="t" r="r" b="b"/>
              <a:pathLst>
                <a:path w="3557388" h="683476">
                  <a:moveTo>
                    <a:pt x="0" y="0"/>
                  </a:moveTo>
                  <a:lnTo>
                    <a:pt x="3557388" y="0"/>
                  </a:lnTo>
                  <a:lnTo>
                    <a:pt x="3557388" y="683476"/>
                  </a:lnTo>
                  <a:lnTo>
                    <a:pt x="0" y="683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557388" cy="712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6"/>
                </a:lnSpc>
              </a:pPr>
              <a:r>
                <a:rPr lang="en-US" sz="2362" b="1" spc="-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File Management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9913" y="2258616"/>
            <a:ext cx="9490174" cy="414112"/>
            <a:chOff x="0" y="0"/>
            <a:chExt cx="12653565" cy="5521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file: Manage attributes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9913" y="2674590"/>
            <a:ext cx="9490174" cy="414112"/>
            <a:chOff x="0" y="0"/>
            <a:chExt cx="12653565" cy="55214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copy: Copy files to nodes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913" y="3090565"/>
            <a:ext cx="9490174" cy="414112"/>
            <a:chOff x="0" y="0"/>
            <a:chExt cx="12653565" cy="5521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template: Render Jinja2 templates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206" y="3863579"/>
            <a:ext cx="9945589" cy="2090291"/>
            <a:chOff x="0" y="0"/>
            <a:chExt cx="13260785" cy="2787055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13248131" cy="2774315"/>
            </a:xfrm>
            <a:custGeom>
              <a:avLst/>
              <a:gdLst/>
              <a:ahLst/>
              <a:cxnLst/>
              <a:rect l="l" t="t" r="r" b="b"/>
              <a:pathLst>
                <a:path w="13248131" h="2774315">
                  <a:moveTo>
                    <a:pt x="0" y="119507"/>
                  </a:moveTo>
                  <a:cubicBezTo>
                    <a:pt x="0" y="53467"/>
                    <a:pt x="53721" y="0"/>
                    <a:pt x="120015" y="0"/>
                  </a:cubicBezTo>
                  <a:lnTo>
                    <a:pt x="13128117" y="0"/>
                  </a:lnTo>
                  <a:cubicBezTo>
                    <a:pt x="13194410" y="0"/>
                    <a:pt x="13248131" y="53467"/>
                    <a:pt x="13248131" y="119507"/>
                  </a:cubicBezTo>
                  <a:lnTo>
                    <a:pt x="13248131" y="2654808"/>
                  </a:lnTo>
                  <a:cubicBezTo>
                    <a:pt x="13248131" y="2720848"/>
                    <a:pt x="13194410" y="2774315"/>
                    <a:pt x="13128117" y="2774315"/>
                  </a:cubicBezTo>
                  <a:lnTo>
                    <a:pt x="120015" y="2774315"/>
                  </a:lnTo>
                  <a:cubicBezTo>
                    <a:pt x="53721" y="2774315"/>
                    <a:pt x="0" y="2720848"/>
                    <a:pt x="0" y="2654808"/>
                  </a:cubicBezTo>
                  <a:close/>
                </a:path>
              </a:pathLst>
            </a:custGeom>
            <a:solidFill>
              <a:srgbClr val="5E9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13260831" cy="2787015"/>
            </a:xfrm>
            <a:custGeom>
              <a:avLst/>
              <a:gdLst/>
              <a:ahLst/>
              <a:cxnLst/>
              <a:rect l="l" t="t" r="r" b="b"/>
              <a:pathLst>
                <a:path w="13260831" h="2787015">
                  <a:moveTo>
                    <a:pt x="0" y="125857"/>
                  </a:moveTo>
                  <a:cubicBezTo>
                    <a:pt x="0" y="56388"/>
                    <a:pt x="56642" y="0"/>
                    <a:pt x="126365" y="0"/>
                  </a:cubicBezTo>
                  <a:lnTo>
                    <a:pt x="13134467" y="0"/>
                  </a:lnTo>
                  <a:lnTo>
                    <a:pt x="13134467" y="6350"/>
                  </a:lnTo>
                  <a:lnTo>
                    <a:pt x="13134467" y="0"/>
                  </a:lnTo>
                  <a:cubicBezTo>
                    <a:pt x="13204189" y="0"/>
                    <a:pt x="13260831" y="56388"/>
                    <a:pt x="13260831" y="125857"/>
                  </a:cubicBezTo>
                  <a:lnTo>
                    <a:pt x="13254481" y="125857"/>
                  </a:lnTo>
                  <a:lnTo>
                    <a:pt x="13260831" y="125857"/>
                  </a:lnTo>
                  <a:lnTo>
                    <a:pt x="13260831" y="2661158"/>
                  </a:lnTo>
                  <a:lnTo>
                    <a:pt x="13254481" y="2661158"/>
                  </a:lnTo>
                  <a:lnTo>
                    <a:pt x="13260831" y="2661158"/>
                  </a:lnTo>
                  <a:cubicBezTo>
                    <a:pt x="13260831" y="2730754"/>
                    <a:pt x="13204189" y="2787015"/>
                    <a:pt x="13134467" y="2787015"/>
                  </a:cubicBezTo>
                  <a:lnTo>
                    <a:pt x="13134467" y="2780665"/>
                  </a:lnTo>
                  <a:lnTo>
                    <a:pt x="13134467" y="2787015"/>
                  </a:lnTo>
                  <a:lnTo>
                    <a:pt x="126365" y="2787015"/>
                  </a:lnTo>
                  <a:lnTo>
                    <a:pt x="126365" y="2780665"/>
                  </a:lnTo>
                  <a:lnTo>
                    <a:pt x="126365" y="2787015"/>
                  </a:lnTo>
                  <a:cubicBezTo>
                    <a:pt x="56642" y="2787015"/>
                    <a:pt x="0" y="2730627"/>
                    <a:pt x="0" y="2661158"/>
                  </a:cubicBezTo>
                  <a:lnTo>
                    <a:pt x="0" y="125857"/>
                  </a:lnTo>
                  <a:lnTo>
                    <a:pt x="6350" y="125857"/>
                  </a:lnTo>
                  <a:lnTo>
                    <a:pt x="0" y="125857"/>
                  </a:lnTo>
                  <a:moveTo>
                    <a:pt x="12700" y="125857"/>
                  </a:moveTo>
                  <a:lnTo>
                    <a:pt x="12700" y="2661158"/>
                  </a:lnTo>
                  <a:lnTo>
                    <a:pt x="6350" y="2661158"/>
                  </a:lnTo>
                  <a:lnTo>
                    <a:pt x="12700" y="2661158"/>
                  </a:lnTo>
                  <a:cubicBezTo>
                    <a:pt x="12700" y="2723642"/>
                    <a:pt x="63500" y="2774315"/>
                    <a:pt x="126365" y="2774315"/>
                  </a:cubicBezTo>
                  <a:lnTo>
                    <a:pt x="13134467" y="2774315"/>
                  </a:lnTo>
                  <a:cubicBezTo>
                    <a:pt x="13197205" y="2774315"/>
                    <a:pt x="13248131" y="2723642"/>
                    <a:pt x="13248131" y="2661158"/>
                  </a:cubicBezTo>
                  <a:lnTo>
                    <a:pt x="13248131" y="125857"/>
                  </a:lnTo>
                  <a:cubicBezTo>
                    <a:pt x="13248131" y="63373"/>
                    <a:pt x="13197331" y="12700"/>
                    <a:pt x="13134467" y="12700"/>
                  </a:cubicBezTo>
                  <a:lnTo>
                    <a:pt x="126365" y="12700"/>
                  </a:lnTo>
                  <a:lnTo>
                    <a:pt x="126365" y="6350"/>
                  </a:lnTo>
                  <a:lnTo>
                    <a:pt x="126365" y="12700"/>
                  </a:lnTo>
                  <a:cubicBezTo>
                    <a:pt x="63500" y="12700"/>
                    <a:pt x="12700" y="63373"/>
                    <a:pt x="12700" y="125857"/>
                  </a:cubicBezTo>
                  <a:close/>
                </a:path>
              </a:pathLst>
            </a:custGeom>
            <a:solidFill>
              <a:srgbClr val="447E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69912" y="4078784"/>
            <a:ext cx="3711197" cy="512607"/>
            <a:chOff x="0" y="0"/>
            <a:chExt cx="4948262" cy="6834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948262" cy="683476"/>
            </a:xfrm>
            <a:custGeom>
              <a:avLst/>
              <a:gdLst/>
              <a:ahLst/>
              <a:cxnLst/>
              <a:rect l="l" t="t" r="r" b="b"/>
              <a:pathLst>
                <a:path w="4948262" h="683476">
                  <a:moveTo>
                    <a:pt x="0" y="0"/>
                  </a:moveTo>
                  <a:lnTo>
                    <a:pt x="4948262" y="0"/>
                  </a:lnTo>
                  <a:lnTo>
                    <a:pt x="4948262" y="683476"/>
                  </a:lnTo>
                  <a:lnTo>
                    <a:pt x="0" y="683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4948262" cy="712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6"/>
                </a:lnSpc>
              </a:pPr>
              <a:r>
                <a:rPr lang="en-US" sz="2362" b="1" spc="-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Package Management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9913" y="4552801"/>
            <a:ext cx="9490174" cy="414112"/>
            <a:chOff x="0" y="0"/>
            <a:chExt cx="12653565" cy="55214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apt: Debian/Ubuntu packages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9913" y="4968776"/>
            <a:ext cx="9490174" cy="414112"/>
            <a:chOff x="0" y="0"/>
            <a:chExt cx="12653565" cy="55214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yum: CentOS/RHEL 7 packages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69913" y="5384750"/>
            <a:ext cx="9490174" cy="414112"/>
            <a:chOff x="0" y="0"/>
            <a:chExt cx="12653565" cy="55214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dnf: RHEL 8+, Fedora packages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2206" y="6157764"/>
            <a:ext cx="9945589" cy="1674316"/>
            <a:chOff x="0" y="0"/>
            <a:chExt cx="13260785" cy="2232422"/>
          </a:xfrm>
        </p:grpSpPr>
        <p:sp>
          <p:nvSpPr>
            <p:cNvPr id="42" name="Freeform 42"/>
            <p:cNvSpPr/>
            <p:nvPr/>
          </p:nvSpPr>
          <p:spPr>
            <a:xfrm>
              <a:off x="6350" y="6350"/>
              <a:ext cx="13248131" cy="2219706"/>
            </a:xfrm>
            <a:custGeom>
              <a:avLst/>
              <a:gdLst/>
              <a:ahLst/>
              <a:cxnLst/>
              <a:rect l="l" t="t" r="r" b="b"/>
              <a:pathLst>
                <a:path w="13248131" h="2219706">
                  <a:moveTo>
                    <a:pt x="0" y="119507"/>
                  </a:moveTo>
                  <a:cubicBezTo>
                    <a:pt x="0" y="53467"/>
                    <a:pt x="53721" y="0"/>
                    <a:pt x="120142" y="0"/>
                  </a:cubicBezTo>
                  <a:lnTo>
                    <a:pt x="13127989" y="0"/>
                  </a:lnTo>
                  <a:cubicBezTo>
                    <a:pt x="13194283" y="0"/>
                    <a:pt x="13248131" y="53467"/>
                    <a:pt x="13248131" y="119507"/>
                  </a:cubicBezTo>
                  <a:lnTo>
                    <a:pt x="13248131" y="2100199"/>
                  </a:lnTo>
                  <a:cubicBezTo>
                    <a:pt x="13248131" y="2166239"/>
                    <a:pt x="13194410" y="2219706"/>
                    <a:pt x="13127989" y="2219706"/>
                  </a:cubicBezTo>
                  <a:lnTo>
                    <a:pt x="120142" y="2219706"/>
                  </a:lnTo>
                  <a:cubicBezTo>
                    <a:pt x="53848" y="2219706"/>
                    <a:pt x="0" y="2166239"/>
                    <a:pt x="0" y="2100199"/>
                  </a:cubicBezTo>
                  <a:close/>
                </a:path>
              </a:pathLst>
            </a:custGeom>
            <a:solidFill>
              <a:srgbClr val="5E9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13260831" cy="2232406"/>
            </a:xfrm>
            <a:custGeom>
              <a:avLst/>
              <a:gdLst/>
              <a:ahLst/>
              <a:cxnLst/>
              <a:rect l="l" t="t" r="r" b="b"/>
              <a:pathLst>
                <a:path w="13260831" h="2232406">
                  <a:moveTo>
                    <a:pt x="0" y="125857"/>
                  </a:moveTo>
                  <a:cubicBezTo>
                    <a:pt x="0" y="56388"/>
                    <a:pt x="56642" y="0"/>
                    <a:pt x="126492" y="0"/>
                  </a:cubicBezTo>
                  <a:lnTo>
                    <a:pt x="13134339" y="0"/>
                  </a:lnTo>
                  <a:lnTo>
                    <a:pt x="13134339" y="6350"/>
                  </a:lnTo>
                  <a:lnTo>
                    <a:pt x="13134339" y="0"/>
                  </a:lnTo>
                  <a:cubicBezTo>
                    <a:pt x="13204189" y="0"/>
                    <a:pt x="13260831" y="56388"/>
                    <a:pt x="13260831" y="125857"/>
                  </a:cubicBezTo>
                  <a:lnTo>
                    <a:pt x="13254481" y="125857"/>
                  </a:lnTo>
                  <a:lnTo>
                    <a:pt x="13260831" y="125857"/>
                  </a:lnTo>
                  <a:lnTo>
                    <a:pt x="13260831" y="2106549"/>
                  </a:lnTo>
                  <a:lnTo>
                    <a:pt x="13254481" y="2106549"/>
                  </a:lnTo>
                  <a:lnTo>
                    <a:pt x="13260831" y="2106549"/>
                  </a:lnTo>
                  <a:cubicBezTo>
                    <a:pt x="13260831" y="2176145"/>
                    <a:pt x="13204189" y="2232406"/>
                    <a:pt x="13134339" y="2232406"/>
                  </a:cubicBezTo>
                  <a:lnTo>
                    <a:pt x="13134339" y="2226056"/>
                  </a:lnTo>
                  <a:lnTo>
                    <a:pt x="13134339" y="2232406"/>
                  </a:lnTo>
                  <a:lnTo>
                    <a:pt x="126492" y="2232406"/>
                  </a:lnTo>
                  <a:lnTo>
                    <a:pt x="126492" y="2226056"/>
                  </a:lnTo>
                  <a:lnTo>
                    <a:pt x="126492" y="2232406"/>
                  </a:lnTo>
                  <a:cubicBezTo>
                    <a:pt x="56642" y="2232406"/>
                    <a:pt x="0" y="2176018"/>
                    <a:pt x="0" y="2106549"/>
                  </a:cubicBezTo>
                  <a:lnTo>
                    <a:pt x="0" y="125857"/>
                  </a:lnTo>
                  <a:lnTo>
                    <a:pt x="6350" y="125857"/>
                  </a:lnTo>
                  <a:lnTo>
                    <a:pt x="0" y="125857"/>
                  </a:lnTo>
                  <a:moveTo>
                    <a:pt x="12700" y="125857"/>
                  </a:moveTo>
                  <a:lnTo>
                    <a:pt x="12700" y="2106549"/>
                  </a:lnTo>
                  <a:lnTo>
                    <a:pt x="6350" y="2106549"/>
                  </a:lnTo>
                  <a:lnTo>
                    <a:pt x="12700" y="2106549"/>
                  </a:lnTo>
                  <a:cubicBezTo>
                    <a:pt x="12700" y="2169033"/>
                    <a:pt x="63627" y="2219706"/>
                    <a:pt x="126492" y="2219706"/>
                  </a:cubicBezTo>
                  <a:lnTo>
                    <a:pt x="13134339" y="2219706"/>
                  </a:lnTo>
                  <a:cubicBezTo>
                    <a:pt x="13197204" y="2219706"/>
                    <a:pt x="13248131" y="2169033"/>
                    <a:pt x="13248131" y="2106549"/>
                  </a:cubicBezTo>
                  <a:lnTo>
                    <a:pt x="13248131" y="125857"/>
                  </a:lnTo>
                  <a:cubicBezTo>
                    <a:pt x="13248131" y="63373"/>
                    <a:pt x="13197204" y="12700"/>
                    <a:pt x="13134339" y="12700"/>
                  </a:cubicBezTo>
                  <a:lnTo>
                    <a:pt x="126492" y="12700"/>
                  </a:lnTo>
                  <a:lnTo>
                    <a:pt x="126492" y="6350"/>
                  </a:lnTo>
                  <a:lnTo>
                    <a:pt x="126492" y="12700"/>
                  </a:lnTo>
                  <a:cubicBezTo>
                    <a:pt x="63627" y="12700"/>
                    <a:pt x="12700" y="63373"/>
                    <a:pt x="12700" y="125857"/>
                  </a:cubicBezTo>
                  <a:close/>
                </a:path>
              </a:pathLst>
            </a:custGeom>
            <a:solidFill>
              <a:srgbClr val="447E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9912" y="6385471"/>
            <a:ext cx="2668041" cy="512607"/>
            <a:chOff x="0" y="0"/>
            <a:chExt cx="3557388" cy="68347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557388" cy="683476"/>
            </a:xfrm>
            <a:custGeom>
              <a:avLst/>
              <a:gdLst/>
              <a:ahLst/>
              <a:cxnLst/>
              <a:rect l="l" t="t" r="r" b="b"/>
              <a:pathLst>
                <a:path w="3557388" h="683476">
                  <a:moveTo>
                    <a:pt x="0" y="0"/>
                  </a:moveTo>
                  <a:lnTo>
                    <a:pt x="3557388" y="0"/>
                  </a:lnTo>
                  <a:lnTo>
                    <a:pt x="3557388" y="683476"/>
                  </a:lnTo>
                  <a:lnTo>
                    <a:pt x="0" y="683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3557388" cy="712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6"/>
                </a:lnSpc>
              </a:pPr>
              <a:r>
                <a:rPr lang="en-US" sz="2362" b="1" spc="-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Service Control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9913" y="6846986"/>
            <a:ext cx="9490174" cy="414112"/>
            <a:chOff x="0" y="0"/>
            <a:chExt cx="12653565" cy="55214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service: Manage services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9913" y="7262961"/>
            <a:ext cx="9490174" cy="414112"/>
            <a:chOff x="0" y="0"/>
            <a:chExt cx="12653565" cy="55214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systemd: Control systemd services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42206" y="8035975"/>
            <a:ext cx="9945589" cy="1674316"/>
            <a:chOff x="0" y="0"/>
            <a:chExt cx="13260785" cy="2232422"/>
          </a:xfrm>
        </p:grpSpPr>
        <p:sp>
          <p:nvSpPr>
            <p:cNvPr id="54" name="Freeform 54"/>
            <p:cNvSpPr/>
            <p:nvPr/>
          </p:nvSpPr>
          <p:spPr>
            <a:xfrm>
              <a:off x="6350" y="6350"/>
              <a:ext cx="13248131" cy="2219706"/>
            </a:xfrm>
            <a:custGeom>
              <a:avLst/>
              <a:gdLst/>
              <a:ahLst/>
              <a:cxnLst/>
              <a:rect l="l" t="t" r="r" b="b"/>
              <a:pathLst>
                <a:path w="13248131" h="2219706">
                  <a:moveTo>
                    <a:pt x="0" y="119507"/>
                  </a:moveTo>
                  <a:cubicBezTo>
                    <a:pt x="0" y="53467"/>
                    <a:pt x="53721" y="0"/>
                    <a:pt x="120142" y="0"/>
                  </a:cubicBezTo>
                  <a:lnTo>
                    <a:pt x="13127989" y="0"/>
                  </a:lnTo>
                  <a:cubicBezTo>
                    <a:pt x="13194283" y="0"/>
                    <a:pt x="13248131" y="53467"/>
                    <a:pt x="13248131" y="119507"/>
                  </a:cubicBezTo>
                  <a:lnTo>
                    <a:pt x="13248131" y="2100199"/>
                  </a:lnTo>
                  <a:cubicBezTo>
                    <a:pt x="13248131" y="2166239"/>
                    <a:pt x="13194410" y="2219706"/>
                    <a:pt x="13127989" y="2219706"/>
                  </a:cubicBezTo>
                  <a:lnTo>
                    <a:pt x="120142" y="2219706"/>
                  </a:lnTo>
                  <a:cubicBezTo>
                    <a:pt x="53848" y="2219706"/>
                    <a:pt x="0" y="2166239"/>
                    <a:pt x="0" y="2100199"/>
                  </a:cubicBezTo>
                  <a:close/>
                </a:path>
              </a:pathLst>
            </a:custGeom>
            <a:solidFill>
              <a:srgbClr val="5E9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13260831" cy="2232406"/>
            </a:xfrm>
            <a:custGeom>
              <a:avLst/>
              <a:gdLst/>
              <a:ahLst/>
              <a:cxnLst/>
              <a:rect l="l" t="t" r="r" b="b"/>
              <a:pathLst>
                <a:path w="13260831" h="2232406">
                  <a:moveTo>
                    <a:pt x="0" y="125857"/>
                  </a:moveTo>
                  <a:cubicBezTo>
                    <a:pt x="0" y="56388"/>
                    <a:pt x="56642" y="0"/>
                    <a:pt x="126492" y="0"/>
                  </a:cubicBezTo>
                  <a:lnTo>
                    <a:pt x="13134339" y="0"/>
                  </a:lnTo>
                  <a:lnTo>
                    <a:pt x="13134339" y="6350"/>
                  </a:lnTo>
                  <a:lnTo>
                    <a:pt x="13134339" y="0"/>
                  </a:lnTo>
                  <a:cubicBezTo>
                    <a:pt x="13204189" y="0"/>
                    <a:pt x="13260831" y="56388"/>
                    <a:pt x="13260831" y="125857"/>
                  </a:cubicBezTo>
                  <a:lnTo>
                    <a:pt x="13254481" y="125857"/>
                  </a:lnTo>
                  <a:lnTo>
                    <a:pt x="13260831" y="125857"/>
                  </a:lnTo>
                  <a:lnTo>
                    <a:pt x="13260831" y="2106549"/>
                  </a:lnTo>
                  <a:lnTo>
                    <a:pt x="13254481" y="2106549"/>
                  </a:lnTo>
                  <a:lnTo>
                    <a:pt x="13260831" y="2106549"/>
                  </a:lnTo>
                  <a:cubicBezTo>
                    <a:pt x="13260831" y="2176145"/>
                    <a:pt x="13204189" y="2232406"/>
                    <a:pt x="13134339" y="2232406"/>
                  </a:cubicBezTo>
                  <a:lnTo>
                    <a:pt x="13134339" y="2226056"/>
                  </a:lnTo>
                  <a:lnTo>
                    <a:pt x="13134339" y="2232406"/>
                  </a:lnTo>
                  <a:lnTo>
                    <a:pt x="126492" y="2232406"/>
                  </a:lnTo>
                  <a:lnTo>
                    <a:pt x="126492" y="2226056"/>
                  </a:lnTo>
                  <a:lnTo>
                    <a:pt x="126492" y="2232406"/>
                  </a:lnTo>
                  <a:cubicBezTo>
                    <a:pt x="56642" y="2232406"/>
                    <a:pt x="0" y="2176018"/>
                    <a:pt x="0" y="2106549"/>
                  </a:cubicBezTo>
                  <a:lnTo>
                    <a:pt x="0" y="125857"/>
                  </a:lnTo>
                  <a:lnTo>
                    <a:pt x="6350" y="125857"/>
                  </a:lnTo>
                  <a:lnTo>
                    <a:pt x="0" y="125857"/>
                  </a:lnTo>
                  <a:moveTo>
                    <a:pt x="12700" y="125857"/>
                  </a:moveTo>
                  <a:lnTo>
                    <a:pt x="12700" y="2106549"/>
                  </a:lnTo>
                  <a:lnTo>
                    <a:pt x="6350" y="2106549"/>
                  </a:lnTo>
                  <a:lnTo>
                    <a:pt x="12700" y="2106549"/>
                  </a:lnTo>
                  <a:cubicBezTo>
                    <a:pt x="12700" y="2169033"/>
                    <a:pt x="63627" y="2219706"/>
                    <a:pt x="126492" y="2219706"/>
                  </a:cubicBezTo>
                  <a:lnTo>
                    <a:pt x="13134339" y="2219706"/>
                  </a:lnTo>
                  <a:cubicBezTo>
                    <a:pt x="13197204" y="2219706"/>
                    <a:pt x="13248131" y="2169033"/>
                    <a:pt x="13248131" y="2106549"/>
                  </a:cubicBezTo>
                  <a:lnTo>
                    <a:pt x="13248131" y="125857"/>
                  </a:lnTo>
                  <a:cubicBezTo>
                    <a:pt x="13248131" y="63373"/>
                    <a:pt x="13197204" y="12700"/>
                    <a:pt x="13134339" y="12700"/>
                  </a:cubicBezTo>
                  <a:lnTo>
                    <a:pt x="126492" y="12700"/>
                  </a:lnTo>
                  <a:lnTo>
                    <a:pt x="126492" y="6350"/>
                  </a:lnTo>
                  <a:lnTo>
                    <a:pt x="126492" y="12700"/>
                  </a:lnTo>
                  <a:cubicBezTo>
                    <a:pt x="63627" y="12700"/>
                    <a:pt x="12700" y="63373"/>
                    <a:pt x="12700" y="125857"/>
                  </a:cubicBezTo>
                  <a:close/>
                </a:path>
              </a:pathLst>
            </a:custGeom>
            <a:solidFill>
              <a:srgbClr val="447E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69914" y="8194030"/>
            <a:ext cx="4745087" cy="512607"/>
            <a:chOff x="0" y="0"/>
            <a:chExt cx="6326782" cy="68347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26783" cy="683476"/>
            </a:xfrm>
            <a:custGeom>
              <a:avLst/>
              <a:gdLst/>
              <a:ahLst/>
              <a:cxnLst/>
              <a:rect l="l" t="t" r="r" b="b"/>
              <a:pathLst>
                <a:path w="6326783" h="683476">
                  <a:moveTo>
                    <a:pt x="0" y="0"/>
                  </a:moveTo>
                  <a:lnTo>
                    <a:pt x="6326783" y="0"/>
                  </a:lnTo>
                  <a:lnTo>
                    <a:pt x="6326783" y="683476"/>
                  </a:lnTo>
                  <a:lnTo>
                    <a:pt x="0" y="683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6326782" cy="712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6"/>
                </a:lnSpc>
              </a:pPr>
              <a:r>
                <a:rPr lang="en-US" sz="2362" b="1" spc="-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Shell &amp; User Management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69913" y="8725197"/>
            <a:ext cx="9490174" cy="414112"/>
            <a:chOff x="0" y="0"/>
            <a:chExt cx="12653565" cy="55214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command/shell: Run commands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69913" y="9141172"/>
            <a:ext cx="9490174" cy="414112"/>
            <a:chOff x="0" y="0"/>
            <a:chExt cx="12653565" cy="55214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2653565" cy="552149"/>
            </a:xfrm>
            <a:custGeom>
              <a:avLst/>
              <a:gdLst/>
              <a:ahLst/>
              <a:cxnLst/>
              <a:rect l="l" t="t" r="r" b="b"/>
              <a:pathLst>
                <a:path w="12653565" h="552149">
                  <a:moveTo>
                    <a:pt x="0" y="0"/>
                  </a:moveTo>
                  <a:lnTo>
                    <a:pt x="12653565" y="0"/>
                  </a:lnTo>
                  <a:lnTo>
                    <a:pt x="12653565" y="552149"/>
                  </a:lnTo>
                  <a:lnTo>
                    <a:pt x="0" y="552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12653565" cy="637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0313" lvl="1" indent="-145157" algn="l">
                <a:lnSpc>
                  <a:spcPts val="3183"/>
                </a:lnSpc>
                <a:buFont typeface="Arial"/>
                <a:buChar char="•"/>
              </a:pPr>
              <a:r>
                <a:rPr lang="en-US" sz="1924" spc="-3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user/group: Manage users/groups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6579" y="477998"/>
            <a:ext cx="12889432" cy="704778"/>
            <a:chOff x="0" y="0"/>
            <a:chExt cx="17185910" cy="939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185911" cy="939704"/>
            </a:xfrm>
            <a:custGeom>
              <a:avLst/>
              <a:gdLst/>
              <a:ahLst/>
              <a:cxnLst/>
              <a:rect l="l" t="t" r="r" b="b"/>
              <a:pathLst>
                <a:path w="17185911" h="939704">
                  <a:moveTo>
                    <a:pt x="0" y="0"/>
                  </a:moveTo>
                  <a:lnTo>
                    <a:pt x="17185911" y="0"/>
                  </a:lnTo>
                  <a:lnTo>
                    <a:pt x="17185911" y="939704"/>
                  </a:lnTo>
                  <a:lnTo>
                    <a:pt x="0" y="9397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7185910" cy="958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2"/>
                </a:lnSpc>
              </a:pPr>
              <a:r>
                <a:rPr lang="en-US" sz="3250" b="1" spc="-9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GUESS THE OPERATIONS OF THESE AD-HOC COMMANDS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0090" y="1505099"/>
            <a:ext cx="28575" cy="8216652"/>
            <a:chOff x="0" y="0"/>
            <a:chExt cx="38100" cy="109555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" cy="10955528"/>
            </a:xfrm>
            <a:custGeom>
              <a:avLst/>
              <a:gdLst/>
              <a:ahLst/>
              <a:cxnLst/>
              <a:rect l="l" t="t" r="r" b="b"/>
              <a:pathLst>
                <a:path w="38100" h="1095552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936478"/>
                  </a:lnTo>
                  <a:cubicBezTo>
                    <a:pt x="38100" y="10947019"/>
                    <a:pt x="29591" y="10955528"/>
                    <a:pt x="19050" y="10955528"/>
                  </a:cubicBezTo>
                  <a:cubicBezTo>
                    <a:pt x="8509" y="10955528"/>
                    <a:pt x="0" y="10947019"/>
                    <a:pt x="0" y="10936478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5101" y="1957834"/>
            <a:ext cx="622846" cy="28575"/>
            <a:chOff x="0" y="0"/>
            <a:chExt cx="830462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0453" cy="38100"/>
            </a:xfrm>
            <a:custGeom>
              <a:avLst/>
              <a:gdLst/>
              <a:ahLst/>
              <a:cxnLst/>
              <a:rect l="l" t="t" r="r" b="b"/>
              <a:pathLst>
                <a:path w="830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1403" y="0"/>
                  </a:lnTo>
                  <a:cubicBezTo>
                    <a:pt x="821944" y="0"/>
                    <a:pt x="830453" y="8509"/>
                    <a:pt x="830453" y="19050"/>
                  </a:cubicBezTo>
                  <a:cubicBezTo>
                    <a:pt x="830453" y="29591"/>
                    <a:pt x="821944" y="38100"/>
                    <a:pt x="811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21742" y="1733847"/>
            <a:ext cx="476696" cy="476696"/>
            <a:chOff x="0" y="0"/>
            <a:chExt cx="635595" cy="635595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116332"/>
                  </a:moveTo>
                  <a:cubicBezTo>
                    <a:pt x="0" y="52070"/>
                    <a:pt x="52070" y="0"/>
                    <a:pt x="116332" y="0"/>
                  </a:cubicBezTo>
                  <a:lnTo>
                    <a:pt x="506603" y="0"/>
                  </a:lnTo>
                  <a:cubicBezTo>
                    <a:pt x="570865" y="0"/>
                    <a:pt x="622935" y="52070"/>
                    <a:pt x="622935" y="116332"/>
                  </a:cubicBezTo>
                  <a:lnTo>
                    <a:pt x="622935" y="506603"/>
                  </a:lnTo>
                  <a:cubicBezTo>
                    <a:pt x="622935" y="570865"/>
                    <a:pt x="570865" y="622935"/>
                    <a:pt x="506603" y="622935"/>
                  </a:cubicBezTo>
                  <a:lnTo>
                    <a:pt x="116332" y="622935"/>
                  </a:lnTo>
                  <a:cubicBezTo>
                    <a:pt x="52070" y="622935"/>
                    <a:pt x="0" y="570865"/>
                    <a:pt x="0" y="506603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122682"/>
                  </a:moveTo>
                  <a:cubicBezTo>
                    <a:pt x="0" y="54864"/>
                    <a:pt x="54864" y="0"/>
                    <a:pt x="122682" y="0"/>
                  </a:cubicBez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cubicBezTo>
                    <a:pt x="580644" y="0"/>
                    <a:pt x="635635" y="54864"/>
                    <a:pt x="635635" y="122682"/>
                  </a:cubicBezTo>
                  <a:lnTo>
                    <a:pt x="635635" y="512953"/>
                  </a:lnTo>
                  <a:lnTo>
                    <a:pt x="629285" y="512953"/>
                  </a:lnTo>
                  <a:lnTo>
                    <a:pt x="635635" y="512953"/>
                  </a:lnTo>
                  <a:cubicBezTo>
                    <a:pt x="635635" y="580644"/>
                    <a:pt x="580771" y="635635"/>
                    <a:pt x="512953" y="635635"/>
                  </a:cubicBezTo>
                  <a:lnTo>
                    <a:pt x="512953" y="629285"/>
                  </a:lnTo>
                  <a:lnTo>
                    <a:pt x="512953" y="635635"/>
                  </a:lnTo>
                  <a:lnTo>
                    <a:pt x="122682" y="635635"/>
                  </a:lnTo>
                  <a:lnTo>
                    <a:pt x="122682" y="629285"/>
                  </a:lnTo>
                  <a:lnTo>
                    <a:pt x="122682" y="635635"/>
                  </a:lnTo>
                  <a:cubicBezTo>
                    <a:pt x="54864" y="635635"/>
                    <a:pt x="0" y="580644"/>
                    <a:pt x="0" y="512953"/>
                  </a:cubicBezTo>
                  <a:lnTo>
                    <a:pt x="0" y="122682"/>
                  </a:lnTo>
                  <a:lnTo>
                    <a:pt x="6350" y="122682"/>
                  </a:lnTo>
                  <a:lnTo>
                    <a:pt x="0" y="122682"/>
                  </a:lnTo>
                  <a:moveTo>
                    <a:pt x="12700" y="122682"/>
                  </a:moveTo>
                  <a:lnTo>
                    <a:pt x="12700" y="512953"/>
                  </a:lnTo>
                  <a:lnTo>
                    <a:pt x="6350" y="512953"/>
                  </a:lnTo>
                  <a:lnTo>
                    <a:pt x="12700" y="512953"/>
                  </a:lnTo>
                  <a:cubicBezTo>
                    <a:pt x="12700" y="573659"/>
                    <a:pt x="61976" y="622935"/>
                    <a:pt x="122682" y="622935"/>
                  </a:cubicBezTo>
                  <a:lnTo>
                    <a:pt x="512953" y="622935"/>
                  </a:lnTo>
                  <a:cubicBezTo>
                    <a:pt x="573659" y="622935"/>
                    <a:pt x="622935" y="573659"/>
                    <a:pt x="622935" y="512953"/>
                  </a:cubicBezTo>
                  <a:lnTo>
                    <a:pt x="622935" y="122682"/>
                  </a:lnTo>
                  <a:lnTo>
                    <a:pt x="629285" y="122682"/>
                  </a:lnTo>
                  <a:lnTo>
                    <a:pt x="622935" y="122682"/>
                  </a:lnTo>
                  <a:cubicBezTo>
                    <a:pt x="622935" y="61976"/>
                    <a:pt x="573659" y="12700"/>
                    <a:pt x="512953" y="12700"/>
                  </a:cubicBezTo>
                  <a:lnTo>
                    <a:pt x="122682" y="12700"/>
                  </a:lnTo>
                  <a:lnTo>
                    <a:pt x="122682" y="6350"/>
                  </a:lnTo>
                  <a:lnTo>
                    <a:pt x="122682" y="12700"/>
                  </a:lnTo>
                  <a:cubicBezTo>
                    <a:pt x="61976" y="12700"/>
                    <a:pt x="12700" y="61976"/>
                    <a:pt x="12700" y="122682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4341" y="1777529"/>
            <a:ext cx="311349" cy="389185"/>
            <a:chOff x="0" y="0"/>
            <a:chExt cx="415132" cy="5189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38100"/>
              <a:ext cx="415132" cy="4808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437"/>
                </a:lnSpc>
              </a:pPr>
              <a:r>
                <a:rPr lang="en-US" sz="2437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98315" y="1898451"/>
            <a:ext cx="11854552" cy="512098"/>
            <a:chOff x="0" y="0"/>
            <a:chExt cx="15806070" cy="6827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806069" cy="682798"/>
            </a:xfrm>
            <a:custGeom>
              <a:avLst/>
              <a:gdLst/>
              <a:ahLst/>
              <a:cxnLst/>
              <a:rect l="l" t="t" r="r" b="b"/>
              <a:pathLst>
                <a:path w="15806069" h="682798">
                  <a:moveTo>
                    <a:pt x="0" y="0"/>
                  </a:moveTo>
                  <a:lnTo>
                    <a:pt x="15806069" y="0"/>
                  </a:lnTo>
                  <a:lnTo>
                    <a:pt x="15806069" y="682798"/>
                  </a:lnTo>
                  <a:lnTo>
                    <a:pt x="0" y="682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5806070" cy="692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399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 all -m file -a "path=/opt/testdir state=directory mode=0755"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65101" y="3361879"/>
            <a:ext cx="622846" cy="28575"/>
            <a:chOff x="0" y="0"/>
            <a:chExt cx="830462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30453" cy="38100"/>
            </a:xfrm>
            <a:custGeom>
              <a:avLst/>
              <a:gdLst/>
              <a:ahLst/>
              <a:cxnLst/>
              <a:rect l="l" t="t" r="r" b="b"/>
              <a:pathLst>
                <a:path w="830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1403" y="0"/>
                  </a:lnTo>
                  <a:cubicBezTo>
                    <a:pt x="821944" y="0"/>
                    <a:pt x="830453" y="8509"/>
                    <a:pt x="830453" y="19050"/>
                  </a:cubicBezTo>
                  <a:cubicBezTo>
                    <a:pt x="830453" y="29591"/>
                    <a:pt x="821944" y="38100"/>
                    <a:pt x="811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21742" y="3137892"/>
            <a:ext cx="476696" cy="476696"/>
            <a:chOff x="0" y="0"/>
            <a:chExt cx="635595" cy="635595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116332"/>
                  </a:moveTo>
                  <a:cubicBezTo>
                    <a:pt x="0" y="52070"/>
                    <a:pt x="52070" y="0"/>
                    <a:pt x="116332" y="0"/>
                  </a:cubicBezTo>
                  <a:lnTo>
                    <a:pt x="506603" y="0"/>
                  </a:lnTo>
                  <a:cubicBezTo>
                    <a:pt x="570865" y="0"/>
                    <a:pt x="622935" y="52070"/>
                    <a:pt x="622935" y="116332"/>
                  </a:cubicBezTo>
                  <a:lnTo>
                    <a:pt x="622935" y="506603"/>
                  </a:lnTo>
                  <a:cubicBezTo>
                    <a:pt x="622935" y="570865"/>
                    <a:pt x="570865" y="622935"/>
                    <a:pt x="506603" y="622935"/>
                  </a:cubicBezTo>
                  <a:lnTo>
                    <a:pt x="116332" y="622935"/>
                  </a:lnTo>
                  <a:cubicBezTo>
                    <a:pt x="52070" y="622935"/>
                    <a:pt x="0" y="570865"/>
                    <a:pt x="0" y="506603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122682"/>
                  </a:moveTo>
                  <a:cubicBezTo>
                    <a:pt x="0" y="54864"/>
                    <a:pt x="54864" y="0"/>
                    <a:pt x="122682" y="0"/>
                  </a:cubicBez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cubicBezTo>
                    <a:pt x="580644" y="0"/>
                    <a:pt x="635635" y="54864"/>
                    <a:pt x="635635" y="122682"/>
                  </a:cubicBezTo>
                  <a:lnTo>
                    <a:pt x="635635" y="512953"/>
                  </a:lnTo>
                  <a:lnTo>
                    <a:pt x="629285" y="512953"/>
                  </a:lnTo>
                  <a:lnTo>
                    <a:pt x="635635" y="512953"/>
                  </a:lnTo>
                  <a:cubicBezTo>
                    <a:pt x="635635" y="580644"/>
                    <a:pt x="580771" y="635635"/>
                    <a:pt x="512953" y="635635"/>
                  </a:cubicBezTo>
                  <a:lnTo>
                    <a:pt x="512953" y="629285"/>
                  </a:lnTo>
                  <a:lnTo>
                    <a:pt x="512953" y="635635"/>
                  </a:lnTo>
                  <a:lnTo>
                    <a:pt x="122682" y="635635"/>
                  </a:lnTo>
                  <a:lnTo>
                    <a:pt x="122682" y="629285"/>
                  </a:lnTo>
                  <a:lnTo>
                    <a:pt x="122682" y="635635"/>
                  </a:lnTo>
                  <a:cubicBezTo>
                    <a:pt x="54864" y="635635"/>
                    <a:pt x="0" y="580644"/>
                    <a:pt x="0" y="512953"/>
                  </a:cubicBezTo>
                  <a:lnTo>
                    <a:pt x="0" y="122682"/>
                  </a:lnTo>
                  <a:lnTo>
                    <a:pt x="6350" y="122682"/>
                  </a:lnTo>
                  <a:lnTo>
                    <a:pt x="0" y="122682"/>
                  </a:lnTo>
                  <a:moveTo>
                    <a:pt x="12700" y="122682"/>
                  </a:moveTo>
                  <a:lnTo>
                    <a:pt x="12700" y="512953"/>
                  </a:lnTo>
                  <a:lnTo>
                    <a:pt x="6350" y="512953"/>
                  </a:lnTo>
                  <a:lnTo>
                    <a:pt x="12700" y="512953"/>
                  </a:lnTo>
                  <a:cubicBezTo>
                    <a:pt x="12700" y="573659"/>
                    <a:pt x="61976" y="622935"/>
                    <a:pt x="122682" y="622935"/>
                  </a:cubicBezTo>
                  <a:lnTo>
                    <a:pt x="512953" y="622935"/>
                  </a:lnTo>
                  <a:cubicBezTo>
                    <a:pt x="573659" y="622935"/>
                    <a:pt x="622935" y="573659"/>
                    <a:pt x="622935" y="512953"/>
                  </a:cubicBezTo>
                  <a:lnTo>
                    <a:pt x="622935" y="122682"/>
                  </a:lnTo>
                  <a:lnTo>
                    <a:pt x="629285" y="122682"/>
                  </a:lnTo>
                  <a:lnTo>
                    <a:pt x="622935" y="122682"/>
                  </a:lnTo>
                  <a:cubicBezTo>
                    <a:pt x="622935" y="61976"/>
                    <a:pt x="573659" y="12700"/>
                    <a:pt x="512953" y="12700"/>
                  </a:cubicBezTo>
                  <a:lnTo>
                    <a:pt x="122682" y="12700"/>
                  </a:lnTo>
                  <a:lnTo>
                    <a:pt x="122682" y="6350"/>
                  </a:lnTo>
                  <a:lnTo>
                    <a:pt x="122682" y="12700"/>
                  </a:lnTo>
                  <a:cubicBezTo>
                    <a:pt x="61976" y="12700"/>
                    <a:pt x="12700" y="61976"/>
                    <a:pt x="12700" y="122682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4341" y="3181574"/>
            <a:ext cx="311349" cy="389185"/>
            <a:chOff x="0" y="0"/>
            <a:chExt cx="415132" cy="5189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38100"/>
              <a:ext cx="415132" cy="4808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437"/>
                </a:lnSpc>
              </a:pPr>
              <a:r>
                <a:rPr lang="en-US" sz="2437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98315" y="3302496"/>
            <a:ext cx="12814117" cy="512098"/>
            <a:chOff x="0" y="0"/>
            <a:chExt cx="17085490" cy="68279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085490" cy="682798"/>
            </a:xfrm>
            <a:custGeom>
              <a:avLst/>
              <a:gdLst/>
              <a:ahLst/>
              <a:cxnLst/>
              <a:rect l="l" t="t" r="r" b="b"/>
              <a:pathLst>
                <a:path w="17085490" h="682798">
                  <a:moveTo>
                    <a:pt x="0" y="0"/>
                  </a:moveTo>
                  <a:lnTo>
                    <a:pt x="17085490" y="0"/>
                  </a:lnTo>
                  <a:lnTo>
                    <a:pt x="17085490" y="682798"/>
                  </a:lnTo>
                  <a:lnTo>
                    <a:pt x="0" y="682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7085490" cy="692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399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 all -m copy -a "src=./index.html dest=/var/www/html/index.html"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65101" y="4765922"/>
            <a:ext cx="622846" cy="28575"/>
            <a:chOff x="0" y="0"/>
            <a:chExt cx="830462" cy="38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30453" cy="38100"/>
            </a:xfrm>
            <a:custGeom>
              <a:avLst/>
              <a:gdLst/>
              <a:ahLst/>
              <a:cxnLst/>
              <a:rect l="l" t="t" r="r" b="b"/>
              <a:pathLst>
                <a:path w="830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1403" y="0"/>
                  </a:lnTo>
                  <a:cubicBezTo>
                    <a:pt x="821944" y="0"/>
                    <a:pt x="830453" y="8509"/>
                    <a:pt x="830453" y="19050"/>
                  </a:cubicBezTo>
                  <a:cubicBezTo>
                    <a:pt x="830453" y="29591"/>
                    <a:pt x="821944" y="38100"/>
                    <a:pt x="811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1742" y="4541936"/>
            <a:ext cx="476696" cy="476696"/>
            <a:chOff x="0" y="0"/>
            <a:chExt cx="635595" cy="635595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116332"/>
                  </a:moveTo>
                  <a:cubicBezTo>
                    <a:pt x="0" y="52070"/>
                    <a:pt x="52070" y="0"/>
                    <a:pt x="116332" y="0"/>
                  </a:cubicBezTo>
                  <a:lnTo>
                    <a:pt x="506603" y="0"/>
                  </a:lnTo>
                  <a:cubicBezTo>
                    <a:pt x="570865" y="0"/>
                    <a:pt x="622935" y="52070"/>
                    <a:pt x="622935" y="116332"/>
                  </a:cubicBezTo>
                  <a:lnTo>
                    <a:pt x="622935" y="506603"/>
                  </a:lnTo>
                  <a:cubicBezTo>
                    <a:pt x="622935" y="570865"/>
                    <a:pt x="570865" y="622935"/>
                    <a:pt x="506603" y="622935"/>
                  </a:cubicBezTo>
                  <a:lnTo>
                    <a:pt x="116332" y="622935"/>
                  </a:lnTo>
                  <a:cubicBezTo>
                    <a:pt x="52070" y="622935"/>
                    <a:pt x="0" y="570865"/>
                    <a:pt x="0" y="506603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122682"/>
                  </a:moveTo>
                  <a:cubicBezTo>
                    <a:pt x="0" y="54864"/>
                    <a:pt x="54864" y="0"/>
                    <a:pt x="122682" y="0"/>
                  </a:cubicBez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cubicBezTo>
                    <a:pt x="580644" y="0"/>
                    <a:pt x="635635" y="54864"/>
                    <a:pt x="635635" y="122682"/>
                  </a:cubicBezTo>
                  <a:lnTo>
                    <a:pt x="635635" y="512953"/>
                  </a:lnTo>
                  <a:lnTo>
                    <a:pt x="629285" y="512953"/>
                  </a:lnTo>
                  <a:lnTo>
                    <a:pt x="635635" y="512953"/>
                  </a:lnTo>
                  <a:cubicBezTo>
                    <a:pt x="635635" y="580644"/>
                    <a:pt x="580771" y="635635"/>
                    <a:pt x="512953" y="635635"/>
                  </a:cubicBezTo>
                  <a:lnTo>
                    <a:pt x="512953" y="629285"/>
                  </a:lnTo>
                  <a:lnTo>
                    <a:pt x="512953" y="635635"/>
                  </a:lnTo>
                  <a:lnTo>
                    <a:pt x="122682" y="635635"/>
                  </a:lnTo>
                  <a:lnTo>
                    <a:pt x="122682" y="629285"/>
                  </a:lnTo>
                  <a:lnTo>
                    <a:pt x="122682" y="635635"/>
                  </a:lnTo>
                  <a:cubicBezTo>
                    <a:pt x="54864" y="635635"/>
                    <a:pt x="0" y="580644"/>
                    <a:pt x="0" y="512953"/>
                  </a:cubicBezTo>
                  <a:lnTo>
                    <a:pt x="0" y="122682"/>
                  </a:lnTo>
                  <a:lnTo>
                    <a:pt x="6350" y="122682"/>
                  </a:lnTo>
                  <a:lnTo>
                    <a:pt x="0" y="122682"/>
                  </a:lnTo>
                  <a:moveTo>
                    <a:pt x="12700" y="122682"/>
                  </a:moveTo>
                  <a:lnTo>
                    <a:pt x="12700" y="512953"/>
                  </a:lnTo>
                  <a:lnTo>
                    <a:pt x="6350" y="512953"/>
                  </a:lnTo>
                  <a:lnTo>
                    <a:pt x="12700" y="512953"/>
                  </a:lnTo>
                  <a:cubicBezTo>
                    <a:pt x="12700" y="573659"/>
                    <a:pt x="61976" y="622935"/>
                    <a:pt x="122682" y="622935"/>
                  </a:cubicBezTo>
                  <a:lnTo>
                    <a:pt x="512953" y="622935"/>
                  </a:lnTo>
                  <a:cubicBezTo>
                    <a:pt x="573659" y="622935"/>
                    <a:pt x="622935" y="573659"/>
                    <a:pt x="622935" y="512953"/>
                  </a:cubicBezTo>
                  <a:lnTo>
                    <a:pt x="622935" y="122682"/>
                  </a:lnTo>
                  <a:lnTo>
                    <a:pt x="629285" y="122682"/>
                  </a:lnTo>
                  <a:lnTo>
                    <a:pt x="622935" y="122682"/>
                  </a:lnTo>
                  <a:cubicBezTo>
                    <a:pt x="622935" y="61976"/>
                    <a:pt x="573659" y="12700"/>
                    <a:pt x="512953" y="12700"/>
                  </a:cubicBezTo>
                  <a:lnTo>
                    <a:pt x="122682" y="12700"/>
                  </a:lnTo>
                  <a:lnTo>
                    <a:pt x="122682" y="6350"/>
                  </a:lnTo>
                  <a:lnTo>
                    <a:pt x="122682" y="12700"/>
                  </a:lnTo>
                  <a:cubicBezTo>
                    <a:pt x="61976" y="12700"/>
                    <a:pt x="12700" y="61976"/>
                    <a:pt x="12700" y="122682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4341" y="4585618"/>
            <a:ext cx="311349" cy="389185"/>
            <a:chOff x="0" y="0"/>
            <a:chExt cx="415132" cy="5189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38100"/>
              <a:ext cx="415132" cy="4808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437"/>
                </a:lnSpc>
              </a:pPr>
              <a:r>
                <a:rPr lang="en-US" sz="2437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998315" y="4706541"/>
            <a:ext cx="12109813" cy="512098"/>
            <a:chOff x="0" y="0"/>
            <a:chExt cx="16146417" cy="68279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146418" cy="682798"/>
            </a:xfrm>
            <a:custGeom>
              <a:avLst/>
              <a:gdLst/>
              <a:ahLst/>
              <a:cxnLst/>
              <a:rect l="l" t="t" r="r" b="b"/>
              <a:pathLst>
                <a:path w="16146418" h="682798">
                  <a:moveTo>
                    <a:pt x="0" y="0"/>
                  </a:moveTo>
                  <a:lnTo>
                    <a:pt x="16146418" y="0"/>
                  </a:lnTo>
                  <a:lnTo>
                    <a:pt x="16146418" y="682798"/>
                  </a:lnTo>
                  <a:lnTo>
                    <a:pt x="0" y="682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6146417" cy="692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399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 all -m apt -a "name=nginx state=present update_cache=true"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65101" y="6169967"/>
            <a:ext cx="622846" cy="28575"/>
            <a:chOff x="0" y="0"/>
            <a:chExt cx="830462" cy="381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30453" cy="38100"/>
            </a:xfrm>
            <a:custGeom>
              <a:avLst/>
              <a:gdLst/>
              <a:ahLst/>
              <a:cxnLst/>
              <a:rect l="l" t="t" r="r" b="b"/>
              <a:pathLst>
                <a:path w="830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1403" y="0"/>
                  </a:lnTo>
                  <a:cubicBezTo>
                    <a:pt x="821944" y="0"/>
                    <a:pt x="830453" y="8509"/>
                    <a:pt x="830453" y="19050"/>
                  </a:cubicBezTo>
                  <a:cubicBezTo>
                    <a:pt x="830453" y="29591"/>
                    <a:pt x="821944" y="38100"/>
                    <a:pt x="811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1742" y="5945981"/>
            <a:ext cx="476696" cy="476696"/>
            <a:chOff x="0" y="0"/>
            <a:chExt cx="635595" cy="635595"/>
          </a:xfrm>
        </p:grpSpPr>
        <p:sp>
          <p:nvSpPr>
            <p:cNvPr id="47" name="Freeform 47"/>
            <p:cNvSpPr/>
            <p:nvPr/>
          </p:nvSpPr>
          <p:spPr>
            <a:xfrm>
              <a:off x="6350" y="6350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116332"/>
                  </a:moveTo>
                  <a:cubicBezTo>
                    <a:pt x="0" y="52070"/>
                    <a:pt x="52070" y="0"/>
                    <a:pt x="116332" y="0"/>
                  </a:cubicBezTo>
                  <a:lnTo>
                    <a:pt x="506603" y="0"/>
                  </a:lnTo>
                  <a:cubicBezTo>
                    <a:pt x="570865" y="0"/>
                    <a:pt x="622935" y="52070"/>
                    <a:pt x="622935" y="116332"/>
                  </a:cubicBezTo>
                  <a:lnTo>
                    <a:pt x="622935" y="506603"/>
                  </a:lnTo>
                  <a:cubicBezTo>
                    <a:pt x="622935" y="570865"/>
                    <a:pt x="570865" y="622935"/>
                    <a:pt x="506603" y="622935"/>
                  </a:cubicBezTo>
                  <a:lnTo>
                    <a:pt x="116332" y="622935"/>
                  </a:lnTo>
                  <a:cubicBezTo>
                    <a:pt x="52070" y="622935"/>
                    <a:pt x="0" y="570865"/>
                    <a:pt x="0" y="506603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122682"/>
                  </a:moveTo>
                  <a:cubicBezTo>
                    <a:pt x="0" y="54864"/>
                    <a:pt x="54864" y="0"/>
                    <a:pt x="122682" y="0"/>
                  </a:cubicBez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cubicBezTo>
                    <a:pt x="580644" y="0"/>
                    <a:pt x="635635" y="54864"/>
                    <a:pt x="635635" y="122682"/>
                  </a:cubicBezTo>
                  <a:lnTo>
                    <a:pt x="635635" y="512953"/>
                  </a:lnTo>
                  <a:lnTo>
                    <a:pt x="629285" y="512953"/>
                  </a:lnTo>
                  <a:lnTo>
                    <a:pt x="635635" y="512953"/>
                  </a:lnTo>
                  <a:cubicBezTo>
                    <a:pt x="635635" y="580644"/>
                    <a:pt x="580771" y="635635"/>
                    <a:pt x="512953" y="635635"/>
                  </a:cubicBezTo>
                  <a:lnTo>
                    <a:pt x="512953" y="629285"/>
                  </a:lnTo>
                  <a:lnTo>
                    <a:pt x="512953" y="635635"/>
                  </a:lnTo>
                  <a:lnTo>
                    <a:pt x="122682" y="635635"/>
                  </a:lnTo>
                  <a:lnTo>
                    <a:pt x="122682" y="629285"/>
                  </a:lnTo>
                  <a:lnTo>
                    <a:pt x="122682" y="635635"/>
                  </a:lnTo>
                  <a:cubicBezTo>
                    <a:pt x="54864" y="635635"/>
                    <a:pt x="0" y="580644"/>
                    <a:pt x="0" y="512953"/>
                  </a:cubicBezTo>
                  <a:lnTo>
                    <a:pt x="0" y="122682"/>
                  </a:lnTo>
                  <a:lnTo>
                    <a:pt x="6350" y="122682"/>
                  </a:lnTo>
                  <a:lnTo>
                    <a:pt x="0" y="122682"/>
                  </a:lnTo>
                  <a:moveTo>
                    <a:pt x="12700" y="122682"/>
                  </a:moveTo>
                  <a:lnTo>
                    <a:pt x="12700" y="512953"/>
                  </a:lnTo>
                  <a:lnTo>
                    <a:pt x="6350" y="512953"/>
                  </a:lnTo>
                  <a:lnTo>
                    <a:pt x="12700" y="512953"/>
                  </a:lnTo>
                  <a:cubicBezTo>
                    <a:pt x="12700" y="573659"/>
                    <a:pt x="61976" y="622935"/>
                    <a:pt x="122682" y="622935"/>
                  </a:cubicBezTo>
                  <a:lnTo>
                    <a:pt x="512953" y="622935"/>
                  </a:lnTo>
                  <a:cubicBezTo>
                    <a:pt x="573659" y="622935"/>
                    <a:pt x="622935" y="573659"/>
                    <a:pt x="622935" y="512953"/>
                  </a:cubicBezTo>
                  <a:lnTo>
                    <a:pt x="622935" y="122682"/>
                  </a:lnTo>
                  <a:lnTo>
                    <a:pt x="629285" y="122682"/>
                  </a:lnTo>
                  <a:lnTo>
                    <a:pt x="622935" y="122682"/>
                  </a:lnTo>
                  <a:cubicBezTo>
                    <a:pt x="622935" y="61976"/>
                    <a:pt x="573659" y="12700"/>
                    <a:pt x="512953" y="12700"/>
                  </a:cubicBezTo>
                  <a:lnTo>
                    <a:pt x="122682" y="12700"/>
                  </a:lnTo>
                  <a:lnTo>
                    <a:pt x="122682" y="6350"/>
                  </a:lnTo>
                  <a:lnTo>
                    <a:pt x="122682" y="12700"/>
                  </a:lnTo>
                  <a:cubicBezTo>
                    <a:pt x="61976" y="12700"/>
                    <a:pt x="12700" y="61976"/>
                    <a:pt x="12700" y="122682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04341" y="5989662"/>
            <a:ext cx="311349" cy="389185"/>
            <a:chOff x="0" y="0"/>
            <a:chExt cx="415132" cy="51891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38100"/>
              <a:ext cx="415132" cy="4808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437"/>
                </a:lnSpc>
              </a:pPr>
              <a:r>
                <a:rPr lang="en-US" sz="2437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998315" y="6110585"/>
            <a:ext cx="11821096" cy="512098"/>
            <a:chOff x="0" y="0"/>
            <a:chExt cx="15761461" cy="68279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761461" cy="682798"/>
            </a:xfrm>
            <a:custGeom>
              <a:avLst/>
              <a:gdLst/>
              <a:ahLst/>
              <a:cxnLst/>
              <a:rect l="l" t="t" r="r" b="b"/>
              <a:pathLst>
                <a:path w="15761461" h="682798">
                  <a:moveTo>
                    <a:pt x="0" y="0"/>
                  </a:moveTo>
                  <a:lnTo>
                    <a:pt x="15761461" y="0"/>
                  </a:lnTo>
                  <a:lnTo>
                    <a:pt x="15761461" y="682798"/>
                  </a:lnTo>
                  <a:lnTo>
                    <a:pt x="0" y="682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5761461" cy="692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399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 all -m systemd -a "name=nginx state=started enabled=yes"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65101" y="7574012"/>
            <a:ext cx="622846" cy="28575"/>
            <a:chOff x="0" y="0"/>
            <a:chExt cx="830462" cy="381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30453" cy="38100"/>
            </a:xfrm>
            <a:custGeom>
              <a:avLst/>
              <a:gdLst/>
              <a:ahLst/>
              <a:cxnLst/>
              <a:rect l="l" t="t" r="r" b="b"/>
              <a:pathLst>
                <a:path w="830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1403" y="0"/>
                  </a:lnTo>
                  <a:cubicBezTo>
                    <a:pt x="821944" y="0"/>
                    <a:pt x="830453" y="8509"/>
                    <a:pt x="830453" y="19050"/>
                  </a:cubicBezTo>
                  <a:cubicBezTo>
                    <a:pt x="830453" y="29591"/>
                    <a:pt x="821944" y="38100"/>
                    <a:pt x="811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21742" y="7350026"/>
            <a:ext cx="476696" cy="476696"/>
            <a:chOff x="0" y="0"/>
            <a:chExt cx="635595" cy="635595"/>
          </a:xfrm>
        </p:grpSpPr>
        <p:sp>
          <p:nvSpPr>
            <p:cNvPr id="58" name="Freeform 58"/>
            <p:cNvSpPr/>
            <p:nvPr/>
          </p:nvSpPr>
          <p:spPr>
            <a:xfrm>
              <a:off x="6350" y="6350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116332"/>
                  </a:moveTo>
                  <a:cubicBezTo>
                    <a:pt x="0" y="52070"/>
                    <a:pt x="52070" y="0"/>
                    <a:pt x="116332" y="0"/>
                  </a:cubicBezTo>
                  <a:lnTo>
                    <a:pt x="506603" y="0"/>
                  </a:lnTo>
                  <a:cubicBezTo>
                    <a:pt x="570865" y="0"/>
                    <a:pt x="622935" y="52070"/>
                    <a:pt x="622935" y="116332"/>
                  </a:cubicBezTo>
                  <a:lnTo>
                    <a:pt x="622935" y="506603"/>
                  </a:lnTo>
                  <a:cubicBezTo>
                    <a:pt x="622935" y="570865"/>
                    <a:pt x="570865" y="622935"/>
                    <a:pt x="506603" y="622935"/>
                  </a:cubicBezTo>
                  <a:lnTo>
                    <a:pt x="116332" y="622935"/>
                  </a:lnTo>
                  <a:cubicBezTo>
                    <a:pt x="52070" y="622935"/>
                    <a:pt x="0" y="570865"/>
                    <a:pt x="0" y="506603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0" y="0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122682"/>
                  </a:moveTo>
                  <a:cubicBezTo>
                    <a:pt x="0" y="54864"/>
                    <a:pt x="54864" y="0"/>
                    <a:pt x="122682" y="0"/>
                  </a:cubicBez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cubicBezTo>
                    <a:pt x="580644" y="0"/>
                    <a:pt x="635635" y="54864"/>
                    <a:pt x="635635" y="122682"/>
                  </a:cubicBezTo>
                  <a:lnTo>
                    <a:pt x="635635" y="512953"/>
                  </a:lnTo>
                  <a:lnTo>
                    <a:pt x="629285" y="512953"/>
                  </a:lnTo>
                  <a:lnTo>
                    <a:pt x="635635" y="512953"/>
                  </a:lnTo>
                  <a:cubicBezTo>
                    <a:pt x="635635" y="580644"/>
                    <a:pt x="580771" y="635635"/>
                    <a:pt x="512953" y="635635"/>
                  </a:cubicBezTo>
                  <a:lnTo>
                    <a:pt x="512953" y="629285"/>
                  </a:lnTo>
                  <a:lnTo>
                    <a:pt x="512953" y="635635"/>
                  </a:lnTo>
                  <a:lnTo>
                    <a:pt x="122682" y="635635"/>
                  </a:lnTo>
                  <a:lnTo>
                    <a:pt x="122682" y="629285"/>
                  </a:lnTo>
                  <a:lnTo>
                    <a:pt x="122682" y="635635"/>
                  </a:lnTo>
                  <a:cubicBezTo>
                    <a:pt x="54864" y="635635"/>
                    <a:pt x="0" y="580644"/>
                    <a:pt x="0" y="512953"/>
                  </a:cubicBezTo>
                  <a:lnTo>
                    <a:pt x="0" y="122682"/>
                  </a:lnTo>
                  <a:lnTo>
                    <a:pt x="6350" y="122682"/>
                  </a:lnTo>
                  <a:lnTo>
                    <a:pt x="0" y="122682"/>
                  </a:lnTo>
                  <a:moveTo>
                    <a:pt x="12700" y="122682"/>
                  </a:moveTo>
                  <a:lnTo>
                    <a:pt x="12700" y="512953"/>
                  </a:lnTo>
                  <a:lnTo>
                    <a:pt x="6350" y="512953"/>
                  </a:lnTo>
                  <a:lnTo>
                    <a:pt x="12700" y="512953"/>
                  </a:lnTo>
                  <a:cubicBezTo>
                    <a:pt x="12700" y="573659"/>
                    <a:pt x="61976" y="622935"/>
                    <a:pt x="122682" y="622935"/>
                  </a:cubicBezTo>
                  <a:lnTo>
                    <a:pt x="512953" y="622935"/>
                  </a:lnTo>
                  <a:cubicBezTo>
                    <a:pt x="573659" y="622935"/>
                    <a:pt x="622935" y="573659"/>
                    <a:pt x="622935" y="512953"/>
                  </a:cubicBezTo>
                  <a:lnTo>
                    <a:pt x="622935" y="122682"/>
                  </a:lnTo>
                  <a:lnTo>
                    <a:pt x="629285" y="122682"/>
                  </a:lnTo>
                  <a:lnTo>
                    <a:pt x="622935" y="122682"/>
                  </a:lnTo>
                  <a:cubicBezTo>
                    <a:pt x="622935" y="61976"/>
                    <a:pt x="573659" y="12700"/>
                    <a:pt x="512953" y="12700"/>
                  </a:cubicBezTo>
                  <a:lnTo>
                    <a:pt x="122682" y="12700"/>
                  </a:lnTo>
                  <a:lnTo>
                    <a:pt x="122682" y="6350"/>
                  </a:lnTo>
                  <a:lnTo>
                    <a:pt x="122682" y="12700"/>
                  </a:lnTo>
                  <a:cubicBezTo>
                    <a:pt x="61976" y="12700"/>
                    <a:pt x="12700" y="61976"/>
                    <a:pt x="12700" y="122682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04341" y="7393706"/>
            <a:ext cx="311349" cy="389185"/>
            <a:chOff x="0" y="0"/>
            <a:chExt cx="415132" cy="51891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38100"/>
              <a:ext cx="415132" cy="4808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437"/>
                </a:lnSpc>
              </a:pPr>
              <a:r>
                <a:rPr lang="en-US" sz="2437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998315" y="7514630"/>
            <a:ext cx="9152257" cy="512098"/>
            <a:chOff x="0" y="0"/>
            <a:chExt cx="12203010" cy="68279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203010" cy="682798"/>
            </a:xfrm>
            <a:custGeom>
              <a:avLst/>
              <a:gdLst/>
              <a:ahLst/>
              <a:cxnLst/>
              <a:rect l="l" t="t" r="r" b="b"/>
              <a:pathLst>
                <a:path w="12203010" h="682798">
                  <a:moveTo>
                    <a:pt x="0" y="0"/>
                  </a:moveTo>
                  <a:lnTo>
                    <a:pt x="12203010" y="0"/>
                  </a:lnTo>
                  <a:lnTo>
                    <a:pt x="12203010" y="682798"/>
                  </a:lnTo>
                  <a:lnTo>
                    <a:pt x="0" y="682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12203010" cy="692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399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 all -m user -a "name=devops state=present"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65101" y="8978056"/>
            <a:ext cx="622846" cy="28575"/>
            <a:chOff x="0" y="0"/>
            <a:chExt cx="830462" cy="381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30453" cy="38100"/>
            </a:xfrm>
            <a:custGeom>
              <a:avLst/>
              <a:gdLst/>
              <a:ahLst/>
              <a:cxnLst/>
              <a:rect l="l" t="t" r="r" b="b"/>
              <a:pathLst>
                <a:path w="83045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1403" y="0"/>
                  </a:lnTo>
                  <a:cubicBezTo>
                    <a:pt x="821944" y="0"/>
                    <a:pt x="830453" y="8509"/>
                    <a:pt x="830453" y="19050"/>
                  </a:cubicBezTo>
                  <a:cubicBezTo>
                    <a:pt x="830453" y="29591"/>
                    <a:pt x="821944" y="38100"/>
                    <a:pt x="81140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21742" y="8754070"/>
            <a:ext cx="476696" cy="476696"/>
            <a:chOff x="0" y="0"/>
            <a:chExt cx="635595" cy="635595"/>
          </a:xfrm>
        </p:grpSpPr>
        <p:sp>
          <p:nvSpPr>
            <p:cNvPr id="69" name="Freeform 69"/>
            <p:cNvSpPr/>
            <p:nvPr/>
          </p:nvSpPr>
          <p:spPr>
            <a:xfrm>
              <a:off x="6350" y="6350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116332"/>
                  </a:moveTo>
                  <a:cubicBezTo>
                    <a:pt x="0" y="52070"/>
                    <a:pt x="52070" y="0"/>
                    <a:pt x="116332" y="0"/>
                  </a:cubicBezTo>
                  <a:lnTo>
                    <a:pt x="506603" y="0"/>
                  </a:lnTo>
                  <a:cubicBezTo>
                    <a:pt x="570865" y="0"/>
                    <a:pt x="622935" y="52070"/>
                    <a:pt x="622935" y="116332"/>
                  </a:cubicBezTo>
                  <a:lnTo>
                    <a:pt x="622935" y="506603"/>
                  </a:lnTo>
                  <a:cubicBezTo>
                    <a:pt x="622935" y="570865"/>
                    <a:pt x="570865" y="622935"/>
                    <a:pt x="506603" y="622935"/>
                  </a:cubicBezTo>
                  <a:lnTo>
                    <a:pt x="116332" y="622935"/>
                  </a:lnTo>
                  <a:cubicBezTo>
                    <a:pt x="52070" y="622935"/>
                    <a:pt x="0" y="570865"/>
                    <a:pt x="0" y="506603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635635" cy="635635"/>
            </a:xfrm>
            <a:custGeom>
              <a:avLst/>
              <a:gdLst/>
              <a:ahLst/>
              <a:cxnLst/>
              <a:rect l="l" t="t" r="r" b="b"/>
              <a:pathLst>
                <a:path w="635635" h="635635">
                  <a:moveTo>
                    <a:pt x="0" y="122682"/>
                  </a:moveTo>
                  <a:cubicBezTo>
                    <a:pt x="0" y="54864"/>
                    <a:pt x="54864" y="0"/>
                    <a:pt x="122682" y="0"/>
                  </a:cubicBez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lnTo>
                    <a:pt x="512953" y="6350"/>
                  </a:lnTo>
                  <a:lnTo>
                    <a:pt x="512953" y="0"/>
                  </a:lnTo>
                  <a:cubicBezTo>
                    <a:pt x="580644" y="0"/>
                    <a:pt x="635635" y="54864"/>
                    <a:pt x="635635" y="122682"/>
                  </a:cubicBezTo>
                  <a:lnTo>
                    <a:pt x="635635" y="512953"/>
                  </a:lnTo>
                  <a:lnTo>
                    <a:pt x="629285" y="512953"/>
                  </a:lnTo>
                  <a:lnTo>
                    <a:pt x="635635" y="512953"/>
                  </a:lnTo>
                  <a:cubicBezTo>
                    <a:pt x="635635" y="580644"/>
                    <a:pt x="580771" y="635635"/>
                    <a:pt x="512953" y="635635"/>
                  </a:cubicBezTo>
                  <a:lnTo>
                    <a:pt x="512953" y="629285"/>
                  </a:lnTo>
                  <a:lnTo>
                    <a:pt x="512953" y="635635"/>
                  </a:lnTo>
                  <a:lnTo>
                    <a:pt x="122682" y="635635"/>
                  </a:lnTo>
                  <a:lnTo>
                    <a:pt x="122682" y="629285"/>
                  </a:lnTo>
                  <a:lnTo>
                    <a:pt x="122682" y="635635"/>
                  </a:lnTo>
                  <a:cubicBezTo>
                    <a:pt x="54864" y="635635"/>
                    <a:pt x="0" y="580644"/>
                    <a:pt x="0" y="512953"/>
                  </a:cubicBezTo>
                  <a:lnTo>
                    <a:pt x="0" y="122682"/>
                  </a:lnTo>
                  <a:lnTo>
                    <a:pt x="6350" y="122682"/>
                  </a:lnTo>
                  <a:lnTo>
                    <a:pt x="0" y="122682"/>
                  </a:lnTo>
                  <a:moveTo>
                    <a:pt x="12700" y="122682"/>
                  </a:moveTo>
                  <a:lnTo>
                    <a:pt x="12700" y="512953"/>
                  </a:lnTo>
                  <a:lnTo>
                    <a:pt x="6350" y="512953"/>
                  </a:lnTo>
                  <a:lnTo>
                    <a:pt x="12700" y="512953"/>
                  </a:lnTo>
                  <a:cubicBezTo>
                    <a:pt x="12700" y="573659"/>
                    <a:pt x="61976" y="622935"/>
                    <a:pt x="122682" y="622935"/>
                  </a:cubicBezTo>
                  <a:lnTo>
                    <a:pt x="512953" y="622935"/>
                  </a:lnTo>
                  <a:cubicBezTo>
                    <a:pt x="573659" y="622935"/>
                    <a:pt x="622935" y="573659"/>
                    <a:pt x="622935" y="512953"/>
                  </a:cubicBezTo>
                  <a:lnTo>
                    <a:pt x="622935" y="122682"/>
                  </a:lnTo>
                  <a:lnTo>
                    <a:pt x="629285" y="122682"/>
                  </a:lnTo>
                  <a:lnTo>
                    <a:pt x="622935" y="122682"/>
                  </a:lnTo>
                  <a:cubicBezTo>
                    <a:pt x="622935" y="61976"/>
                    <a:pt x="573659" y="12700"/>
                    <a:pt x="512953" y="12700"/>
                  </a:cubicBezTo>
                  <a:lnTo>
                    <a:pt x="122682" y="12700"/>
                  </a:lnTo>
                  <a:lnTo>
                    <a:pt x="122682" y="6350"/>
                  </a:lnTo>
                  <a:lnTo>
                    <a:pt x="122682" y="12700"/>
                  </a:lnTo>
                  <a:cubicBezTo>
                    <a:pt x="61976" y="12700"/>
                    <a:pt x="12700" y="61976"/>
                    <a:pt x="12700" y="122682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04341" y="8797751"/>
            <a:ext cx="311349" cy="389185"/>
            <a:chOff x="0" y="0"/>
            <a:chExt cx="415132" cy="51891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15132" cy="518913"/>
            </a:xfrm>
            <a:custGeom>
              <a:avLst/>
              <a:gdLst/>
              <a:ahLst/>
              <a:cxnLst/>
              <a:rect l="l" t="t" r="r" b="b"/>
              <a:pathLst>
                <a:path w="415132" h="518913">
                  <a:moveTo>
                    <a:pt x="0" y="0"/>
                  </a:moveTo>
                  <a:lnTo>
                    <a:pt x="415132" y="0"/>
                  </a:lnTo>
                  <a:lnTo>
                    <a:pt x="415132" y="518913"/>
                  </a:lnTo>
                  <a:lnTo>
                    <a:pt x="0" y="518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38100"/>
              <a:ext cx="415132" cy="4808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437"/>
                </a:lnSpc>
              </a:pPr>
              <a:r>
                <a:rPr lang="en-US" sz="2437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998315" y="8918674"/>
            <a:ext cx="5342021" cy="512098"/>
            <a:chOff x="0" y="0"/>
            <a:chExt cx="7122695" cy="68279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122695" cy="682798"/>
            </a:xfrm>
            <a:custGeom>
              <a:avLst/>
              <a:gdLst/>
              <a:ahLst/>
              <a:cxnLst/>
              <a:rect l="l" t="t" r="r" b="b"/>
              <a:pathLst>
                <a:path w="7122695" h="682798">
                  <a:moveTo>
                    <a:pt x="0" y="0"/>
                  </a:moveTo>
                  <a:lnTo>
                    <a:pt x="7122695" y="0"/>
                  </a:lnTo>
                  <a:lnTo>
                    <a:pt x="7122695" y="682798"/>
                  </a:lnTo>
                  <a:lnTo>
                    <a:pt x="0" y="682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7122695" cy="692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399" b="1" spc="-7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ansible all -m shell -a "uptime"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80306" y="614957"/>
            <a:ext cx="5574060" cy="696665"/>
            <a:chOff x="0" y="0"/>
            <a:chExt cx="7432080" cy="9288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32080" cy="928887"/>
            </a:xfrm>
            <a:custGeom>
              <a:avLst/>
              <a:gdLst/>
              <a:ahLst/>
              <a:cxnLst/>
              <a:rect l="l" t="t" r="r" b="b"/>
              <a:pathLst>
                <a:path w="7432080" h="928887">
                  <a:moveTo>
                    <a:pt x="0" y="0"/>
                  </a:moveTo>
                  <a:lnTo>
                    <a:pt x="7432080" y="0"/>
                  </a:lnTo>
                  <a:lnTo>
                    <a:pt x="7432080" y="928887"/>
                  </a:lnTo>
                  <a:lnTo>
                    <a:pt x="0" y="928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432080" cy="9479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37"/>
                </a:lnSpc>
              </a:pPr>
              <a:r>
                <a:rPr lang="en-US" sz="4375" b="1" spc="-13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Ad-hoc Commands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780306" y="1646039"/>
            <a:ext cx="1114722" cy="1337668"/>
          </a:xfrm>
          <a:custGeom>
            <a:avLst/>
            <a:gdLst/>
            <a:ahLst/>
            <a:cxnLst/>
            <a:rect l="l" t="t" r="r" b="b"/>
            <a:pathLst>
              <a:path w="1114722" h="1337668">
                <a:moveTo>
                  <a:pt x="0" y="0"/>
                </a:moveTo>
                <a:lnTo>
                  <a:pt x="1114723" y="0"/>
                </a:lnTo>
                <a:lnTo>
                  <a:pt x="1114723" y="1337667"/>
                </a:lnTo>
                <a:lnTo>
                  <a:pt x="0" y="133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" r="-14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229445" y="1868984"/>
            <a:ext cx="2786955" cy="348406"/>
            <a:chOff x="0" y="0"/>
            <a:chExt cx="3715940" cy="4645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15940" cy="464542"/>
            </a:xfrm>
            <a:custGeom>
              <a:avLst/>
              <a:gdLst/>
              <a:ahLst/>
              <a:cxnLst/>
              <a:rect l="l" t="t" r="r" b="b"/>
              <a:pathLst>
                <a:path w="3715940" h="464542">
                  <a:moveTo>
                    <a:pt x="0" y="0"/>
                  </a:moveTo>
                  <a:lnTo>
                    <a:pt x="3715940" y="0"/>
                  </a:lnTo>
                  <a:lnTo>
                    <a:pt x="3715940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715940" cy="464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87" b="1" spc="-6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Create Directory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29445" y="2351037"/>
            <a:ext cx="15278249" cy="356593"/>
            <a:chOff x="0" y="0"/>
            <a:chExt cx="20370998" cy="4754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370998" cy="475457"/>
            </a:xfrm>
            <a:custGeom>
              <a:avLst/>
              <a:gdLst/>
              <a:ahLst/>
              <a:cxnLst/>
              <a:rect l="l" t="t" r="r" b="b"/>
              <a:pathLst>
                <a:path w="20370998" h="475457">
                  <a:moveTo>
                    <a:pt x="0" y="0"/>
                  </a:moveTo>
                  <a:lnTo>
                    <a:pt x="20370998" y="0"/>
                  </a:lnTo>
                  <a:lnTo>
                    <a:pt x="20370998" y="475457"/>
                  </a:lnTo>
                  <a:lnTo>
                    <a:pt x="0" y="475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0370998" cy="542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1750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ansible all -m file -a "path=/opt/testdir state=directory mode=0755"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780306" y="2983706"/>
            <a:ext cx="1114722" cy="1337667"/>
          </a:xfrm>
          <a:custGeom>
            <a:avLst/>
            <a:gdLst/>
            <a:ahLst/>
            <a:cxnLst/>
            <a:rect l="l" t="t" r="r" b="b"/>
            <a:pathLst>
              <a:path w="1114722" h="1337667">
                <a:moveTo>
                  <a:pt x="0" y="0"/>
                </a:moveTo>
                <a:lnTo>
                  <a:pt x="1114723" y="0"/>
                </a:lnTo>
                <a:lnTo>
                  <a:pt x="1114723" y="1337668"/>
                </a:lnTo>
                <a:lnTo>
                  <a:pt x="0" y="1337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" r="-14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229445" y="3206651"/>
            <a:ext cx="2786955" cy="348406"/>
            <a:chOff x="0" y="0"/>
            <a:chExt cx="3715940" cy="46454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15940" cy="464542"/>
            </a:xfrm>
            <a:custGeom>
              <a:avLst/>
              <a:gdLst/>
              <a:ahLst/>
              <a:cxnLst/>
              <a:rect l="l" t="t" r="r" b="b"/>
              <a:pathLst>
                <a:path w="3715940" h="464542">
                  <a:moveTo>
                    <a:pt x="0" y="0"/>
                  </a:moveTo>
                  <a:lnTo>
                    <a:pt x="3715940" y="0"/>
                  </a:lnTo>
                  <a:lnTo>
                    <a:pt x="3715940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715940" cy="464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87" b="1" spc="-6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Copy File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29445" y="3688705"/>
            <a:ext cx="15278249" cy="356592"/>
            <a:chOff x="0" y="0"/>
            <a:chExt cx="20370998" cy="4754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370998" cy="475457"/>
            </a:xfrm>
            <a:custGeom>
              <a:avLst/>
              <a:gdLst/>
              <a:ahLst/>
              <a:cxnLst/>
              <a:rect l="l" t="t" r="r" b="b"/>
              <a:pathLst>
                <a:path w="20370998" h="475457">
                  <a:moveTo>
                    <a:pt x="0" y="0"/>
                  </a:moveTo>
                  <a:lnTo>
                    <a:pt x="20370998" y="0"/>
                  </a:lnTo>
                  <a:lnTo>
                    <a:pt x="20370998" y="475457"/>
                  </a:lnTo>
                  <a:lnTo>
                    <a:pt x="0" y="475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20370998" cy="542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1750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ansible all -m copy -a "src=./index.html dest=/var/www/html/index.html"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780306" y="4321374"/>
            <a:ext cx="1114722" cy="1337668"/>
          </a:xfrm>
          <a:custGeom>
            <a:avLst/>
            <a:gdLst/>
            <a:ahLst/>
            <a:cxnLst/>
            <a:rect l="l" t="t" r="r" b="b"/>
            <a:pathLst>
              <a:path w="1114722" h="1337668">
                <a:moveTo>
                  <a:pt x="0" y="0"/>
                </a:moveTo>
                <a:lnTo>
                  <a:pt x="1114723" y="0"/>
                </a:lnTo>
                <a:lnTo>
                  <a:pt x="1114723" y="1337667"/>
                </a:lnTo>
                <a:lnTo>
                  <a:pt x="0" y="1337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2" r="-14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229445" y="4544318"/>
            <a:ext cx="2786955" cy="348406"/>
            <a:chOff x="0" y="0"/>
            <a:chExt cx="3715940" cy="4645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15940" cy="464542"/>
            </a:xfrm>
            <a:custGeom>
              <a:avLst/>
              <a:gdLst/>
              <a:ahLst/>
              <a:cxnLst/>
              <a:rect l="l" t="t" r="r" b="b"/>
              <a:pathLst>
                <a:path w="3715940" h="464542">
                  <a:moveTo>
                    <a:pt x="0" y="0"/>
                  </a:moveTo>
                  <a:lnTo>
                    <a:pt x="3715940" y="0"/>
                  </a:lnTo>
                  <a:lnTo>
                    <a:pt x="3715940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3715940" cy="464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87" b="1" spc="-6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Install Package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29445" y="5026372"/>
            <a:ext cx="15278249" cy="356592"/>
            <a:chOff x="0" y="0"/>
            <a:chExt cx="20370998" cy="4754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370998" cy="475457"/>
            </a:xfrm>
            <a:custGeom>
              <a:avLst/>
              <a:gdLst/>
              <a:ahLst/>
              <a:cxnLst/>
              <a:rect l="l" t="t" r="r" b="b"/>
              <a:pathLst>
                <a:path w="20370998" h="475457">
                  <a:moveTo>
                    <a:pt x="0" y="0"/>
                  </a:moveTo>
                  <a:lnTo>
                    <a:pt x="20370998" y="0"/>
                  </a:lnTo>
                  <a:lnTo>
                    <a:pt x="20370998" y="475457"/>
                  </a:lnTo>
                  <a:lnTo>
                    <a:pt x="0" y="475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20370998" cy="542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1750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ansible all -m apt -a "name=nginx state=present update_cache=true"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780306" y="5659041"/>
            <a:ext cx="1114722" cy="1337668"/>
          </a:xfrm>
          <a:custGeom>
            <a:avLst/>
            <a:gdLst/>
            <a:ahLst/>
            <a:cxnLst/>
            <a:rect l="l" t="t" r="r" b="b"/>
            <a:pathLst>
              <a:path w="1114722" h="1337668">
                <a:moveTo>
                  <a:pt x="0" y="0"/>
                </a:moveTo>
                <a:lnTo>
                  <a:pt x="1114723" y="0"/>
                </a:lnTo>
                <a:lnTo>
                  <a:pt x="1114723" y="1337668"/>
                </a:lnTo>
                <a:lnTo>
                  <a:pt x="0" y="1337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" r="-14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2229445" y="5881985"/>
            <a:ext cx="2786955" cy="348406"/>
            <a:chOff x="0" y="0"/>
            <a:chExt cx="3715940" cy="4645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715940" cy="464542"/>
            </a:xfrm>
            <a:custGeom>
              <a:avLst/>
              <a:gdLst/>
              <a:ahLst/>
              <a:cxnLst/>
              <a:rect l="l" t="t" r="r" b="b"/>
              <a:pathLst>
                <a:path w="3715940" h="464542">
                  <a:moveTo>
                    <a:pt x="0" y="0"/>
                  </a:moveTo>
                  <a:lnTo>
                    <a:pt x="3715940" y="0"/>
                  </a:lnTo>
                  <a:lnTo>
                    <a:pt x="3715940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3715940" cy="464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87" b="1" spc="-6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Start Service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229445" y="6364040"/>
            <a:ext cx="15278249" cy="356592"/>
            <a:chOff x="0" y="0"/>
            <a:chExt cx="20370998" cy="47545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370998" cy="475457"/>
            </a:xfrm>
            <a:custGeom>
              <a:avLst/>
              <a:gdLst/>
              <a:ahLst/>
              <a:cxnLst/>
              <a:rect l="l" t="t" r="r" b="b"/>
              <a:pathLst>
                <a:path w="20370998" h="475457">
                  <a:moveTo>
                    <a:pt x="0" y="0"/>
                  </a:moveTo>
                  <a:lnTo>
                    <a:pt x="20370998" y="0"/>
                  </a:lnTo>
                  <a:lnTo>
                    <a:pt x="20370998" y="475457"/>
                  </a:lnTo>
                  <a:lnTo>
                    <a:pt x="0" y="475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20370998" cy="542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1750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ansible all -m systemd -a "name=nginx state=started enabled=yes"</a:t>
              </a:r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780306" y="6996707"/>
            <a:ext cx="1114722" cy="1337668"/>
          </a:xfrm>
          <a:custGeom>
            <a:avLst/>
            <a:gdLst/>
            <a:ahLst/>
            <a:cxnLst/>
            <a:rect l="l" t="t" r="r" b="b"/>
            <a:pathLst>
              <a:path w="1114722" h="1337668">
                <a:moveTo>
                  <a:pt x="0" y="0"/>
                </a:moveTo>
                <a:lnTo>
                  <a:pt x="1114723" y="0"/>
                </a:lnTo>
                <a:lnTo>
                  <a:pt x="1114723" y="1337668"/>
                </a:lnTo>
                <a:lnTo>
                  <a:pt x="0" y="13376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2" r="-14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8" name="Group 38"/>
          <p:cNvGrpSpPr/>
          <p:nvPr/>
        </p:nvGrpSpPr>
        <p:grpSpPr>
          <a:xfrm>
            <a:off x="2229445" y="7219652"/>
            <a:ext cx="2786955" cy="348406"/>
            <a:chOff x="0" y="0"/>
            <a:chExt cx="3715940" cy="4645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715940" cy="464542"/>
            </a:xfrm>
            <a:custGeom>
              <a:avLst/>
              <a:gdLst/>
              <a:ahLst/>
              <a:cxnLst/>
              <a:rect l="l" t="t" r="r" b="b"/>
              <a:pathLst>
                <a:path w="3715940" h="464542">
                  <a:moveTo>
                    <a:pt x="0" y="0"/>
                  </a:moveTo>
                  <a:lnTo>
                    <a:pt x="3715940" y="0"/>
                  </a:lnTo>
                  <a:lnTo>
                    <a:pt x="3715940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3715940" cy="464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87" b="1" spc="-6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Add a user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229445" y="7701706"/>
            <a:ext cx="15278249" cy="356592"/>
            <a:chOff x="0" y="0"/>
            <a:chExt cx="20370998" cy="47545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370998" cy="475457"/>
            </a:xfrm>
            <a:custGeom>
              <a:avLst/>
              <a:gdLst/>
              <a:ahLst/>
              <a:cxnLst/>
              <a:rect l="l" t="t" r="r" b="b"/>
              <a:pathLst>
                <a:path w="20370998" h="475457">
                  <a:moveTo>
                    <a:pt x="0" y="0"/>
                  </a:moveTo>
                  <a:lnTo>
                    <a:pt x="20370998" y="0"/>
                  </a:lnTo>
                  <a:lnTo>
                    <a:pt x="20370998" y="475457"/>
                  </a:lnTo>
                  <a:lnTo>
                    <a:pt x="0" y="475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20370998" cy="542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1750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ansible all -m user -a "name=devops state=present"</a:t>
              </a:r>
            </a:p>
          </p:txBody>
        </p:sp>
      </p:grpSp>
      <p:sp>
        <p:nvSpPr>
          <p:cNvPr id="44" name="Freeform 44" descr="preencoded.png"/>
          <p:cNvSpPr/>
          <p:nvPr/>
        </p:nvSpPr>
        <p:spPr>
          <a:xfrm>
            <a:off x="780306" y="8334375"/>
            <a:ext cx="1114722" cy="1337668"/>
          </a:xfrm>
          <a:custGeom>
            <a:avLst/>
            <a:gdLst/>
            <a:ahLst/>
            <a:cxnLst/>
            <a:rect l="l" t="t" r="r" b="b"/>
            <a:pathLst>
              <a:path w="1114722" h="1337668">
                <a:moveTo>
                  <a:pt x="0" y="0"/>
                </a:moveTo>
                <a:lnTo>
                  <a:pt x="1114723" y="0"/>
                </a:lnTo>
                <a:lnTo>
                  <a:pt x="1114723" y="1337667"/>
                </a:lnTo>
                <a:lnTo>
                  <a:pt x="0" y="1337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2" r="-14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45"/>
          <p:cNvGrpSpPr/>
          <p:nvPr/>
        </p:nvGrpSpPr>
        <p:grpSpPr>
          <a:xfrm>
            <a:off x="2229445" y="8557320"/>
            <a:ext cx="2786955" cy="348406"/>
            <a:chOff x="0" y="0"/>
            <a:chExt cx="3715940" cy="46454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715940" cy="464542"/>
            </a:xfrm>
            <a:custGeom>
              <a:avLst/>
              <a:gdLst/>
              <a:ahLst/>
              <a:cxnLst/>
              <a:rect l="l" t="t" r="r" b="b"/>
              <a:pathLst>
                <a:path w="3715940" h="464542">
                  <a:moveTo>
                    <a:pt x="0" y="0"/>
                  </a:moveTo>
                  <a:lnTo>
                    <a:pt x="3715940" y="0"/>
                  </a:lnTo>
                  <a:lnTo>
                    <a:pt x="3715940" y="464542"/>
                  </a:lnTo>
                  <a:lnTo>
                    <a:pt x="0" y="4645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3715940" cy="464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87" b="1" spc="-6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Run a shell command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229445" y="9039374"/>
            <a:ext cx="15278249" cy="356592"/>
            <a:chOff x="0" y="0"/>
            <a:chExt cx="20370998" cy="47545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370998" cy="475457"/>
            </a:xfrm>
            <a:custGeom>
              <a:avLst/>
              <a:gdLst/>
              <a:ahLst/>
              <a:cxnLst/>
              <a:rect l="l" t="t" r="r" b="b"/>
              <a:pathLst>
                <a:path w="20370998" h="475457">
                  <a:moveTo>
                    <a:pt x="0" y="0"/>
                  </a:moveTo>
                  <a:lnTo>
                    <a:pt x="20370998" y="0"/>
                  </a:lnTo>
                  <a:lnTo>
                    <a:pt x="20370998" y="475457"/>
                  </a:lnTo>
                  <a:lnTo>
                    <a:pt x="0" y="4754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20370998" cy="542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0"/>
                </a:lnSpc>
              </a:pPr>
              <a:r>
                <a:rPr lang="en-US" sz="1750" spc="-3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ansible all -m shell -a "uptime"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1028700"/>
            <a:ext cx="14563506" cy="1390821"/>
            <a:chOff x="0" y="0"/>
            <a:chExt cx="19418008" cy="18544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418009" cy="1854428"/>
            </a:xfrm>
            <a:custGeom>
              <a:avLst/>
              <a:gdLst/>
              <a:ahLst/>
              <a:cxnLst/>
              <a:rect l="l" t="t" r="r" b="b"/>
              <a:pathLst>
                <a:path w="19418009" h="1854428">
                  <a:moveTo>
                    <a:pt x="0" y="0"/>
                  </a:moveTo>
                  <a:lnTo>
                    <a:pt x="19418009" y="0"/>
                  </a:lnTo>
                  <a:lnTo>
                    <a:pt x="19418009" y="1854428"/>
                  </a:lnTo>
                  <a:lnTo>
                    <a:pt x="0" y="1854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418008" cy="18830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Variables, Facts, loops &amp; Conditionals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21570" y="3038326"/>
            <a:ext cx="3544044" cy="614666"/>
            <a:chOff x="0" y="0"/>
            <a:chExt cx="4725392" cy="8195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5392" cy="819554"/>
            </a:xfrm>
            <a:custGeom>
              <a:avLst/>
              <a:gdLst/>
              <a:ahLst/>
              <a:cxnLst/>
              <a:rect l="l" t="t" r="r" b="b"/>
              <a:pathLst>
                <a:path w="4725392" h="819554">
                  <a:moveTo>
                    <a:pt x="0" y="0"/>
                  </a:moveTo>
                  <a:lnTo>
                    <a:pt x="4725392" y="0"/>
                  </a:lnTo>
                  <a:lnTo>
                    <a:pt x="4725392" y="819554"/>
                  </a:lnTo>
                  <a:lnTo>
                    <a:pt x="0" y="819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4725392" cy="8386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850" b="1" spc="-8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Variables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3651349"/>
            <a:ext cx="4873378" cy="907256"/>
            <a:chOff x="0" y="0"/>
            <a:chExt cx="6497837" cy="12096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97837" cy="1209675"/>
            </a:xfrm>
            <a:custGeom>
              <a:avLst/>
              <a:gdLst/>
              <a:ahLst/>
              <a:cxnLst/>
              <a:rect l="l" t="t" r="r" b="b"/>
              <a:pathLst>
                <a:path w="6497837" h="1209675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Make playbooks dynamic and reusable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4728716"/>
            <a:ext cx="4873378" cy="907256"/>
            <a:chOff x="0" y="0"/>
            <a:chExt cx="6497837" cy="12096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97837" cy="1209675"/>
            </a:xfrm>
            <a:custGeom>
              <a:avLst/>
              <a:gdLst/>
              <a:ahLst/>
              <a:cxnLst/>
              <a:rect l="l" t="t" r="r" b="b"/>
              <a:pathLst>
                <a:path w="6497837" h="1209675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Define in playbooks, inventory, or separate files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 descr="preencoded.png"/>
          <p:cNvSpPr/>
          <p:nvPr/>
        </p:nvSpPr>
        <p:spPr>
          <a:xfrm>
            <a:off x="7783414" y="3970735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0" r="-23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2422237" y="3265140"/>
            <a:ext cx="3544044" cy="614666"/>
            <a:chOff x="0" y="0"/>
            <a:chExt cx="4725392" cy="8195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25392" cy="819554"/>
            </a:xfrm>
            <a:custGeom>
              <a:avLst/>
              <a:gdLst/>
              <a:ahLst/>
              <a:cxnLst/>
              <a:rect l="l" t="t" r="r" b="b"/>
              <a:pathLst>
                <a:path w="4725392" h="819554">
                  <a:moveTo>
                    <a:pt x="0" y="0"/>
                  </a:moveTo>
                  <a:lnTo>
                    <a:pt x="4725392" y="0"/>
                  </a:lnTo>
                  <a:lnTo>
                    <a:pt x="4725392" y="819554"/>
                  </a:lnTo>
                  <a:lnTo>
                    <a:pt x="0" y="819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725392" cy="8386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50" b="1" spc="-8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22237" y="3878164"/>
            <a:ext cx="4873526" cy="907256"/>
            <a:chOff x="0" y="0"/>
            <a:chExt cx="6498035" cy="12096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98035" cy="1209675"/>
            </a:xfrm>
            <a:custGeom>
              <a:avLst/>
              <a:gdLst/>
              <a:ahLst/>
              <a:cxnLst/>
              <a:rect l="l" t="t" r="r" b="b"/>
              <a:pathLst>
                <a:path w="6498035" h="120967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6498035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System information gathered automatically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422237" y="4955530"/>
            <a:ext cx="4873526" cy="453629"/>
            <a:chOff x="0" y="0"/>
            <a:chExt cx="6498035" cy="6048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98035" cy="604838"/>
            </a:xfrm>
            <a:custGeom>
              <a:avLst/>
              <a:gdLst/>
              <a:ahLst/>
              <a:cxnLst/>
              <a:rect l="l" t="t" r="r" b="b"/>
              <a:pathLst>
                <a:path w="6498035" h="604838">
                  <a:moveTo>
                    <a:pt x="0" y="0"/>
                  </a:moveTo>
                  <a:lnTo>
                    <a:pt x="6498035" y="0"/>
                  </a:lnTo>
                  <a:lnTo>
                    <a:pt x="6498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649803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Access via ansible_facts dictionary</a:t>
              </a:r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 descr="preencoded.png"/>
          <p:cNvSpPr/>
          <p:nvPr/>
        </p:nvSpPr>
        <p:spPr>
          <a:xfrm>
            <a:off x="10565755" y="4456360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0" r="-23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2422237" y="6104036"/>
            <a:ext cx="3544044" cy="614666"/>
            <a:chOff x="0" y="0"/>
            <a:chExt cx="4725392" cy="81955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25392" cy="819554"/>
            </a:xfrm>
            <a:custGeom>
              <a:avLst/>
              <a:gdLst/>
              <a:ahLst/>
              <a:cxnLst/>
              <a:rect l="l" t="t" r="r" b="b"/>
              <a:pathLst>
                <a:path w="4725392" h="819554">
                  <a:moveTo>
                    <a:pt x="0" y="0"/>
                  </a:moveTo>
                  <a:lnTo>
                    <a:pt x="4725392" y="0"/>
                  </a:lnTo>
                  <a:lnTo>
                    <a:pt x="4725392" y="819554"/>
                  </a:lnTo>
                  <a:lnTo>
                    <a:pt x="0" y="819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4725392" cy="8386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50" b="1" spc="-8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Conditionals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22237" y="6717060"/>
            <a:ext cx="4873526" cy="453629"/>
            <a:chOff x="0" y="0"/>
            <a:chExt cx="6498035" cy="6048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98035" cy="604838"/>
            </a:xfrm>
            <a:custGeom>
              <a:avLst/>
              <a:gdLst/>
              <a:ahLst/>
              <a:cxnLst/>
              <a:rect l="l" t="t" r="r" b="b"/>
              <a:pathLst>
                <a:path w="6498035" h="604838">
                  <a:moveTo>
                    <a:pt x="0" y="0"/>
                  </a:moveTo>
                  <a:lnTo>
                    <a:pt x="6498035" y="0"/>
                  </a:lnTo>
                  <a:lnTo>
                    <a:pt x="6498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6498035" cy="6905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 when to run tasks conditionally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422237" y="7340799"/>
            <a:ext cx="4873526" cy="1360885"/>
            <a:chOff x="0" y="0"/>
            <a:chExt cx="6498035" cy="181451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498035" cy="1814513"/>
            </a:xfrm>
            <a:custGeom>
              <a:avLst/>
              <a:gdLst/>
              <a:ahLst/>
              <a:cxnLst/>
              <a:rect l="l" t="t" r="r" b="b"/>
              <a:pathLst>
                <a:path w="6498035" h="1814513">
                  <a:moveTo>
                    <a:pt x="0" y="0"/>
                  </a:moveTo>
                  <a:lnTo>
                    <a:pt x="6498035" y="0"/>
                  </a:lnTo>
                  <a:lnTo>
                    <a:pt x="6498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6498035" cy="19002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Example: when: ansible_facts['os_family'] == "Debian"</a:t>
              </a:r>
            </a:p>
          </p:txBody>
        </p:sp>
      </p:grpSp>
      <p:sp>
        <p:nvSpPr>
          <p:cNvPr id="40" name="Freeform 40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 descr="preencoded.png"/>
          <p:cNvSpPr/>
          <p:nvPr/>
        </p:nvSpPr>
        <p:spPr>
          <a:xfrm>
            <a:off x="10080129" y="7238702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60" y="0"/>
                </a:lnTo>
                <a:lnTo>
                  <a:pt x="424160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30" r="-23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2" name="Group 42"/>
          <p:cNvGrpSpPr/>
          <p:nvPr/>
        </p:nvGrpSpPr>
        <p:grpSpPr>
          <a:xfrm>
            <a:off x="2321570" y="6104036"/>
            <a:ext cx="3544044" cy="614666"/>
            <a:chOff x="0" y="0"/>
            <a:chExt cx="4725392" cy="81955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725392" cy="819554"/>
            </a:xfrm>
            <a:custGeom>
              <a:avLst/>
              <a:gdLst/>
              <a:ahLst/>
              <a:cxnLst/>
              <a:rect l="l" t="t" r="r" b="b"/>
              <a:pathLst>
                <a:path w="4725392" h="819554">
                  <a:moveTo>
                    <a:pt x="0" y="0"/>
                  </a:moveTo>
                  <a:lnTo>
                    <a:pt x="4725392" y="0"/>
                  </a:lnTo>
                  <a:lnTo>
                    <a:pt x="4725392" y="819554"/>
                  </a:lnTo>
                  <a:lnTo>
                    <a:pt x="0" y="819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4725392" cy="8386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850" b="1" spc="-86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Loops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92238" y="6717060"/>
            <a:ext cx="4873378" cy="907256"/>
            <a:chOff x="0" y="0"/>
            <a:chExt cx="6497837" cy="120967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497837" cy="1209675"/>
            </a:xfrm>
            <a:custGeom>
              <a:avLst/>
              <a:gdLst/>
              <a:ahLst/>
              <a:cxnLst/>
              <a:rect l="l" t="t" r="r" b="b"/>
              <a:pathLst>
                <a:path w="6497837" h="1209675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Run tasks multiple times with different values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92238" y="7794426"/>
            <a:ext cx="4873378" cy="907256"/>
            <a:chOff x="0" y="0"/>
            <a:chExt cx="6497837" cy="12096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497837" cy="1209675"/>
            </a:xfrm>
            <a:custGeom>
              <a:avLst/>
              <a:gdLst/>
              <a:ahLst/>
              <a:cxnLst/>
              <a:rect l="l" t="t" r="r" b="b"/>
              <a:pathLst>
                <a:path w="6497837" h="1209675">
                  <a:moveTo>
                    <a:pt x="0" y="0"/>
                  </a:moveTo>
                  <a:lnTo>
                    <a:pt x="6497837" y="0"/>
                  </a:lnTo>
                  <a:lnTo>
                    <a:pt x="649783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6497837" cy="1295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Example: loop: "{{ package_names }}"</a:t>
              </a:r>
            </a:p>
          </p:txBody>
        </p:sp>
      </p:grpSp>
      <p:sp>
        <p:nvSpPr>
          <p:cNvPr id="51" name="Freeform 51" descr="preencoded.png"/>
          <p:cNvSpPr/>
          <p:nvPr/>
        </p:nvSpPr>
        <p:spPr>
          <a:xfrm>
            <a:off x="6290816" y="3016895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 descr="preencoded.png"/>
          <p:cNvSpPr/>
          <p:nvPr/>
        </p:nvSpPr>
        <p:spPr>
          <a:xfrm>
            <a:off x="7297788" y="6753076"/>
            <a:ext cx="424160" cy="530275"/>
          </a:xfrm>
          <a:custGeom>
            <a:avLst/>
            <a:gdLst/>
            <a:ahLst/>
            <a:cxnLst/>
            <a:rect l="l" t="t" r="r" b="b"/>
            <a:pathLst>
              <a:path w="424160" h="530275">
                <a:moveTo>
                  <a:pt x="0" y="0"/>
                </a:moveTo>
                <a:lnTo>
                  <a:pt x="424159" y="0"/>
                </a:lnTo>
                <a:lnTo>
                  <a:pt x="424159" y="530275"/>
                </a:lnTo>
                <a:lnTo>
                  <a:pt x="0" y="53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30" r="-23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3555801"/>
            <a:ext cx="16303526" cy="2657921"/>
            <a:chOff x="0" y="0"/>
            <a:chExt cx="21738035" cy="35438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38034" cy="3543895"/>
            </a:xfrm>
            <a:custGeom>
              <a:avLst/>
              <a:gdLst/>
              <a:ahLst/>
              <a:cxnLst/>
              <a:rect l="l" t="t" r="r" b="b"/>
              <a:pathLst>
                <a:path w="21738034" h="3543895">
                  <a:moveTo>
                    <a:pt x="0" y="0"/>
                  </a:moveTo>
                  <a:lnTo>
                    <a:pt x="21738034" y="0"/>
                  </a:lnTo>
                  <a:lnTo>
                    <a:pt x="21738034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38035" cy="35724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Let's analyze sample playbooks and understand how these concepts are applied, along with Hands-on.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475" y="1516370"/>
            <a:ext cx="9654156" cy="1204209"/>
            <a:chOff x="0" y="0"/>
            <a:chExt cx="12872208" cy="16056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72208" cy="1605612"/>
            </a:xfrm>
            <a:custGeom>
              <a:avLst/>
              <a:gdLst/>
              <a:ahLst/>
              <a:cxnLst/>
              <a:rect l="l" t="t" r="r" b="b"/>
              <a:pathLst>
                <a:path w="12872208" h="1605612">
                  <a:moveTo>
                    <a:pt x="0" y="0"/>
                  </a:moveTo>
                  <a:lnTo>
                    <a:pt x="12872208" y="0"/>
                  </a:lnTo>
                  <a:lnTo>
                    <a:pt x="12872208" y="1605612"/>
                  </a:lnTo>
                  <a:lnTo>
                    <a:pt x="0" y="16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872208" cy="16341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Variable Organization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475" y="3273029"/>
            <a:ext cx="2726680" cy="1643211"/>
            <a:chOff x="0" y="0"/>
            <a:chExt cx="3635573" cy="2190948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3622802" cy="2178177"/>
            </a:xfrm>
            <a:custGeom>
              <a:avLst/>
              <a:gdLst/>
              <a:ahLst/>
              <a:cxnLst/>
              <a:rect l="l" t="t" r="r" b="b"/>
              <a:pathLst>
                <a:path w="3622802" h="2178177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3463671" y="0"/>
                  </a:lnTo>
                  <a:cubicBezTo>
                    <a:pt x="3551555" y="0"/>
                    <a:pt x="3622802" y="71120"/>
                    <a:pt x="3622802" y="158750"/>
                  </a:cubicBezTo>
                  <a:lnTo>
                    <a:pt x="3622802" y="2019427"/>
                  </a:lnTo>
                  <a:cubicBezTo>
                    <a:pt x="3622802" y="2107057"/>
                    <a:pt x="3551555" y="2178177"/>
                    <a:pt x="3463671" y="2178177"/>
                  </a:cubicBezTo>
                  <a:lnTo>
                    <a:pt x="159131" y="2178177"/>
                  </a:lnTo>
                  <a:cubicBezTo>
                    <a:pt x="71247" y="2178177"/>
                    <a:pt x="0" y="2107057"/>
                    <a:pt x="0" y="2019427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635502" cy="2190877"/>
            </a:xfrm>
            <a:custGeom>
              <a:avLst/>
              <a:gdLst/>
              <a:ahLst/>
              <a:cxnLst/>
              <a:rect l="l" t="t" r="r" b="b"/>
              <a:pathLst>
                <a:path w="3635502" h="2190877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3470021" y="0"/>
                  </a:lnTo>
                  <a:lnTo>
                    <a:pt x="3470021" y="6350"/>
                  </a:lnTo>
                  <a:lnTo>
                    <a:pt x="3470021" y="0"/>
                  </a:lnTo>
                  <a:cubicBezTo>
                    <a:pt x="3561461" y="0"/>
                    <a:pt x="3635502" y="73914"/>
                    <a:pt x="3635502" y="165100"/>
                  </a:cubicBezTo>
                  <a:lnTo>
                    <a:pt x="3629152" y="165100"/>
                  </a:lnTo>
                  <a:lnTo>
                    <a:pt x="3635502" y="165100"/>
                  </a:lnTo>
                  <a:lnTo>
                    <a:pt x="3635502" y="2025777"/>
                  </a:lnTo>
                  <a:lnTo>
                    <a:pt x="3629152" y="2025777"/>
                  </a:lnTo>
                  <a:lnTo>
                    <a:pt x="3635502" y="2025777"/>
                  </a:lnTo>
                  <a:cubicBezTo>
                    <a:pt x="3635502" y="2116963"/>
                    <a:pt x="3561334" y="2190877"/>
                    <a:pt x="3470021" y="2190877"/>
                  </a:cubicBezTo>
                  <a:lnTo>
                    <a:pt x="3470021" y="2184527"/>
                  </a:lnTo>
                  <a:lnTo>
                    <a:pt x="3470021" y="2190877"/>
                  </a:lnTo>
                  <a:lnTo>
                    <a:pt x="165481" y="2190877"/>
                  </a:lnTo>
                  <a:lnTo>
                    <a:pt x="165481" y="2184527"/>
                  </a:lnTo>
                  <a:lnTo>
                    <a:pt x="165481" y="2190877"/>
                  </a:lnTo>
                  <a:cubicBezTo>
                    <a:pt x="74041" y="2190877"/>
                    <a:pt x="0" y="2116963"/>
                    <a:pt x="0" y="20257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25777"/>
                  </a:lnTo>
                  <a:lnTo>
                    <a:pt x="6350" y="2025777"/>
                  </a:lnTo>
                  <a:lnTo>
                    <a:pt x="12700" y="2025777"/>
                  </a:lnTo>
                  <a:cubicBezTo>
                    <a:pt x="12700" y="2109978"/>
                    <a:pt x="81153" y="2178177"/>
                    <a:pt x="165481" y="2178177"/>
                  </a:cubicBezTo>
                  <a:lnTo>
                    <a:pt x="3470021" y="2178177"/>
                  </a:lnTo>
                  <a:cubicBezTo>
                    <a:pt x="3554476" y="2178177"/>
                    <a:pt x="3622802" y="2109978"/>
                    <a:pt x="3622802" y="2025777"/>
                  </a:cubicBezTo>
                  <a:lnTo>
                    <a:pt x="3622802" y="165100"/>
                  </a:lnTo>
                  <a:cubicBezTo>
                    <a:pt x="3622802" y="80899"/>
                    <a:pt x="3554349" y="12700"/>
                    <a:pt x="347002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2151459" y="3845421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3992910" y="3561309"/>
            <a:ext cx="3544044" cy="442912"/>
            <a:chOff x="0" y="0"/>
            <a:chExt cx="4725392" cy="590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Playbook Variables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992910" y="4174331"/>
            <a:ext cx="6189761" cy="453629"/>
            <a:chOff x="0" y="0"/>
            <a:chExt cx="8253015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53015" cy="604838"/>
            </a:xfrm>
            <a:custGeom>
              <a:avLst/>
              <a:gdLst/>
              <a:ahLst/>
              <a:cxnLst/>
              <a:rect l="l" t="t" r="r" b="b"/>
              <a:pathLst>
                <a:path w="8253015" h="604838">
                  <a:moveTo>
                    <a:pt x="0" y="0"/>
                  </a:moveTo>
                  <a:lnTo>
                    <a:pt x="8253015" y="0"/>
                  </a:lnTo>
                  <a:lnTo>
                    <a:pt x="825301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8253015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Defined directly in playbooks under vars section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51076" y="4892427"/>
            <a:ext cx="13303002" cy="19050"/>
            <a:chOff x="0" y="0"/>
            <a:chExt cx="17737337" cy="25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737328" cy="25400"/>
            </a:xfrm>
            <a:custGeom>
              <a:avLst/>
              <a:gdLst/>
              <a:ahLst/>
              <a:cxnLst/>
              <a:rect l="l" t="t" r="r" b="b"/>
              <a:pathLst>
                <a:path w="17737328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724628" y="0"/>
                  </a:lnTo>
                  <a:cubicBezTo>
                    <a:pt x="17731614" y="0"/>
                    <a:pt x="17737328" y="5715"/>
                    <a:pt x="17737328" y="12700"/>
                  </a:cubicBezTo>
                  <a:cubicBezTo>
                    <a:pt x="17737328" y="19685"/>
                    <a:pt x="17731614" y="25400"/>
                    <a:pt x="1772462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7475" y="5048399"/>
            <a:ext cx="5443984" cy="1643211"/>
            <a:chOff x="0" y="0"/>
            <a:chExt cx="7258645" cy="2190948"/>
          </a:xfrm>
        </p:grpSpPr>
        <p:sp>
          <p:nvSpPr>
            <p:cNvPr id="22" name="Freeform 22"/>
            <p:cNvSpPr/>
            <p:nvPr/>
          </p:nvSpPr>
          <p:spPr>
            <a:xfrm>
              <a:off x="6350" y="6350"/>
              <a:ext cx="7245858" cy="2178177"/>
            </a:xfrm>
            <a:custGeom>
              <a:avLst/>
              <a:gdLst/>
              <a:ahLst/>
              <a:cxnLst/>
              <a:rect l="l" t="t" r="r" b="b"/>
              <a:pathLst>
                <a:path w="7245858" h="2178177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7086473" y="0"/>
                  </a:lnTo>
                  <a:cubicBezTo>
                    <a:pt x="7174484" y="0"/>
                    <a:pt x="7245858" y="71120"/>
                    <a:pt x="7245858" y="158750"/>
                  </a:cubicBezTo>
                  <a:lnTo>
                    <a:pt x="7245858" y="2019427"/>
                  </a:lnTo>
                  <a:cubicBezTo>
                    <a:pt x="7245858" y="2107057"/>
                    <a:pt x="7174484" y="2178177"/>
                    <a:pt x="7086473" y="2178177"/>
                  </a:cubicBezTo>
                  <a:lnTo>
                    <a:pt x="159385" y="2178177"/>
                  </a:lnTo>
                  <a:cubicBezTo>
                    <a:pt x="71374" y="2178177"/>
                    <a:pt x="0" y="2107057"/>
                    <a:pt x="0" y="2019427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7258558" cy="2190877"/>
            </a:xfrm>
            <a:custGeom>
              <a:avLst/>
              <a:gdLst/>
              <a:ahLst/>
              <a:cxnLst/>
              <a:rect l="l" t="t" r="r" b="b"/>
              <a:pathLst>
                <a:path w="7258558" h="2190877">
                  <a:moveTo>
                    <a:pt x="0" y="165100"/>
                  </a:moveTo>
                  <a:cubicBezTo>
                    <a:pt x="0" y="73914"/>
                    <a:pt x="74295" y="0"/>
                    <a:pt x="165735" y="0"/>
                  </a:cubicBezTo>
                  <a:lnTo>
                    <a:pt x="7092823" y="0"/>
                  </a:lnTo>
                  <a:lnTo>
                    <a:pt x="7092823" y="6350"/>
                  </a:lnTo>
                  <a:lnTo>
                    <a:pt x="7092823" y="0"/>
                  </a:lnTo>
                  <a:cubicBezTo>
                    <a:pt x="7184390" y="0"/>
                    <a:pt x="7258558" y="73914"/>
                    <a:pt x="7258558" y="165100"/>
                  </a:cubicBezTo>
                  <a:lnTo>
                    <a:pt x="7252208" y="165100"/>
                  </a:lnTo>
                  <a:lnTo>
                    <a:pt x="7258558" y="165100"/>
                  </a:lnTo>
                  <a:lnTo>
                    <a:pt x="7258558" y="2025777"/>
                  </a:lnTo>
                  <a:lnTo>
                    <a:pt x="7252208" y="2025777"/>
                  </a:lnTo>
                  <a:lnTo>
                    <a:pt x="7258558" y="2025777"/>
                  </a:lnTo>
                  <a:cubicBezTo>
                    <a:pt x="7258558" y="2116963"/>
                    <a:pt x="7184263" y="2190877"/>
                    <a:pt x="7092823" y="2190877"/>
                  </a:cubicBezTo>
                  <a:lnTo>
                    <a:pt x="7092823" y="2184527"/>
                  </a:lnTo>
                  <a:lnTo>
                    <a:pt x="7092823" y="2190877"/>
                  </a:lnTo>
                  <a:lnTo>
                    <a:pt x="165735" y="2190877"/>
                  </a:lnTo>
                  <a:lnTo>
                    <a:pt x="165735" y="2184527"/>
                  </a:lnTo>
                  <a:lnTo>
                    <a:pt x="165735" y="2190877"/>
                  </a:lnTo>
                  <a:cubicBezTo>
                    <a:pt x="74168" y="2190877"/>
                    <a:pt x="0" y="2116963"/>
                    <a:pt x="0" y="20257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25777"/>
                  </a:lnTo>
                  <a:lnTo>
                    <a:pt x="6350" y="2025777"/>
                  </a:lnTo>
                  <a:lnTo>
                    <a:pt x="12700" y="2025777"/>
                  </a:lnTo>
                  <a:cubicBezTo>
                    <a:pt x="12700" y="2109978"/>
                    <a:pt x="81153" y="2178177"/>
                    <a:pt x="165735" y="2178177"/>
                  </a:cubicBezTo>
                  <a:lnTo>
                    <a:pt x="7092823" y="2178177"/>
                  </a:lnTo>
                  <a:cubicBezTo>
                    <a:pt x="7177405" y="2178177"/>
                    <a:pt x="7245858" y="2109851"/>
                    <a:pt x="7245858" y="2025777"/>
                  </a:cubicBezTo>
                  <a:lnTo>
                    <a:pt x="7245858" y="165100"/>
                  </a:lnTo>
                  <a:cubicBezTo>
                    <a:pt x="7245858" y="80899"/>
                    <a:pt x="7177405" y="12700"/>
                    <a:pt x="7092823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3510111" y="5620791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6710214" y="5336679"/>
            <a:ext cx="3544044" cy="442912"/>
            <a:chOff x="0" y="0"/>
            <a:chExt cx="4725392" cy="5905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group_vars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10214" y="5949702"/>
            <a:ext cx="6706791" cy="453629"/>
            <a:chOff x="0" y="0"/>
            <a:chExt cx="8942388" cy="6048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942388" cy="604838"/>
            </a:xfrm>
            <a:custGeom>
              <a:avLst/>
              <a:gdLst/>
              <a:ahLst/>
              <a:cxnLst/>
              <a:rect l="l" t="t" r="r" b="b"/>
              <a:pathLst>
                <a:path w="8942388" h="604838">
                  <a:moveTo>
                    <a:pt x="0" y="0"/>
                  </a:moveTo>
                  <a:lnTo>
                    <a:pt x="8942388" y="0"/>
                  </a:lnTo>
                  <a:lnTo>
                    <a:pt x="89423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8942388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Variables for groups of hosts in group_vars directory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68380" y="6667797"/>
            <a:ext cx="10585698" cy="19050"/>
            <a:chOff x="0" y="0"/>
            <a:chExt cx="14114263" cy="25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114272" cy="25400"/>
            </a:xfrm>
            <a:custGeom>
              <a:avLst/>
              <a:gdLst/>
              <a:ahLst/>
              <a:cxnLst/>
              <a:rect l="l" t="t" r="r" b="b"/>
              <a:pathLst>
                <a:path w="14114272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101572" y="0"/>
                  </a:lnTo>
                  <a:cubicBezTo>
                    <a:pt x="14108557" y="0"/>
                    <a:pt x="14114272" y="5715"/>
                    <a:pt x="14114272" y="12700"/>
                  </a:cubicBezTo>
                  <a:cubicBezTo>
                    <a:pt x="14114272" y="19685"/>
                    <a:pt x="14108557" y="25400"/>
                    <a:pt x="1410157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87475" y="6823770"/>
            <a:ext cx="8161288" cy="1643211"/>
            <a:chOff x="0" y="0"/>
            <a:chExt cx="10881717" cy="2190948"/>
          </a:xfrm>
        </p:grpSpPr>
        <p:sp>
          <p:nvSpPr>
            <p:cNvPr id="34" name="Freeform 34"/>
            <p:cNvSpPr/>
            <p:nvPr/>
          </p:nvSpPr>
          <p:spPr>
            <a:xfrm>
              <a:off x="6350" y="6350"/>
              <a:ext cx="10869041" cy="2178177"/>
            </a:xfrm>
            <a:custGeom>
              <a:avLst/>
              <a:gdLst/>
              <a:ahLst/>
              <a:cxnLst/>
              <a:rect l="l" t="t" r="r" b="b"/>
              <a:pathLst>
                <a:path w="10869041" h="2178177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709529" y="0"/>
                  </a:lnTo>
                  <a:cubicBezTo>
                    <a:pt x="10797667" y="0"/>
                    <a:pt x="10869041" y="71120"/>
                    <a:pt x="10869041" y="158750"/>
                  </a:cubicBezTo>
                  <a:lnTo>
                    <a:pt x="10869041" y="2019427"/>
                  </a:lnTo>
                  <a:cubicBezTo>
                    <a:pt x="10869041" y="2107057"/>
                    <a:pt x="10797667" y="2178177"/>
                    <a:pt x="10709529" y="2178177"/>
                  </a:cubicBezTo>
                  <a:lnTo>
                    <a:pt x="159512" y="2178177"/>
                  </a:lnTo>
                  <a:cubicBezTo>
                    <a:pt x="71374" y="2178177"/>
                    <a:pt x="0" y="2107057"/>
                    <a:pt x="0" y="2019427"/>
                  </a:cubicBezTo>
                  <a:close/>
                </a:path>
              </a:pathLst>
            </a:custGeom>
            <a:solidFill>
              <a:srgbClr val="DADB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10881741" cy="2190877"/>
            </a:xfrm>
            <a:custGeom>
              <a:avLst/>
              <a:gdLst/>
              <a:ahLst/>
              <a:cxnLst/>
              <a:rect l="l" t="t" r="r" b="b"/>
              <a:pathLst>
                <a:path w="10881741" h="2190877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715879" y="0"/>
                  </a:lnTo>
                  <a:lnTo>
                    <a:pt x="10715879" y="6350"/>
                  </a:lnTo>
                  <a:lnTo>
                    <a:pt x="10715879" y="0"/>
                  </a:lnTo>
                  <a:cubicBezTo>
                    <a:pt x="10807447" y="0"/>
                    <a:pt x="10881741" y="73914"/>
                    <a:pt x="10881741" y="165100"/>
                  </a:cubicBezTo>
                  <a:lnTo>
                    <a:pt x="10875391" y="165100"/>
                  </a:lnTo>
                  <a:lnTo>
                    <a:pt x="10881741" y="165100"/>
                  </a:lnTo>
                  <a:lnTo>
                    <a:pt x="10881741" y="2025777"/>
                  </a:lnTo>
                  <a:lnTo>
                    <a:pt x="10875391" y="2025777"/>
                  </a:lnTo>
                  <a:lnTo>
                    <a:pt x="10881741" y="2025777"/>
                  </a:lnTo>
                  <a:cubicBezTo>
                    <a:pt x="10881741" y="2116963"/>
                    <a:pt x="10807447" y="2190877"/>
                    <a:pt x="10715879" y="2190877"/>
                  </a:cubicBezTo>
                  <a:lnTo>
                    <a:pt x="10715879" y="2184527"/>
                  </a:lnTo>
                  <a:lnTo>
                    <a:pt x="10715879" y="2190877"/>
                  </a:lnTo>
                  <a:lnTo>
                    <a:pt x="165862" y="2190877"/>
                  </a:lnTo>
                  <a:lnTo>
                    <a:pt x="165862" y="2184527"/>
                  </a:lnTo>
                  <a:lnTo>
                    <a:pt x="165862" y="2190877"/>
                  </a:lnTo>
                  <a:cubicBezTo>
                    <a:pt x="74295" y="2190877"/>
                    <a:pt x="0" y="2116963"/>
                    <a:pt x="0" y="20257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25777"/>
                  </a:lnTo>
                  <a:lnTo>
                    <a:pt x="6350" y="2025777"/>
                  </a:lnTo>
                  <a:lnTo>
                    <a:pt x="12700" y="2025777"/>
                  </a:lnTo>
                  <a:cubicBezTo>
                    <a:pt x="12700" y="2109978"/>
                    <a:pt x="81280" y="2178177"/>
                    <a:pt x="165862" y="2178177"/>
                  </a:cubicBezTo>
                  <a:lnTo>
                    <a:pt x="10715879" y="2178177"/>
                  </a:lnTo>
                  <a:cubicBezTo>
                    <a:pt x="10800461" y="2178177"/>
                    <a:pt x="10869041" y="2109851"/>
                    <a:pt x="10869041" y="2025777"/>
                  </a:cubicBezTo>
                  <a:lnTo>
                    <a:pt x="10869041" y="165100"/>
                  </a:lnTo>
                  <a:cubicBezTo>
                    <a:pt x="10869041" y="80899"/>
                    <a:pt x="10800461" y="12700"/>
                    <a:pt x="10715879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Freeform 36" descr="preencoded.png"/>
          <p:cNvSpPr/>
          <p:nvPr/>
        </p:nvSpPr>
        <p:spPr>
          <a:xfrm>
            <a:off x="4868764" y="7396162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9427518" y="7112050"/>
            <a:ext cx="3544044" cy="442912"/>
            <a:chOff x="0" y="0"/>
            <a:chExt cx="4725392" cy="5905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host_vars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27518" y="7725072"/>
            <a:ext cx="6731942" cy="453629"/>
            <a:chOff x="0" y="0"/>
            <a:chExt cx="8975923" cy="60483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975923" cy="604838"/>
            </a:xfrm>
            <a:custGeom>
              <a:avLst/>
              <a:gdLst/>
              <a:ahLst/>
              <a:cxnLst/>
              <a:rect l="l" t="t" r="r" b="b"/>
              <a:pathLst>
                <a:path w="8975923" h="604838">
                  <a:moveTo>
                    <a:pt x="0" y="0"/>
                  </a:moveTo>
                  <a:lnTo>
                    <a:pt x="8975923" y="0"/>
                  </a:lnTo>
                  <a:lnTo>
                    <a:pt x="897592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8975923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Host-specific variables that override group variables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349127"/>
            <a:ext cx="7088237" cy="885974"/>
            <a:chOff x="0" y="0"/>
            <a:chExt cx="9450983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450983" cy="12098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937"/>
                </a:lnSpc>
              </a:pPr>
              <a:r>
                <a:rPr lang="en-US" sz="5562" b="1" spc="-16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Handlers in Ansible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2802136"/>
            <a:ext cx="5150941" cy="3183434"/>
          </a:xfrm>
          <a:custGeom>
            <a:avLst/>
            <a:gdLst/>
            <a:ahLst/>
            <a:cxnLst/>
            <a:rect l="l" t="t" r="r" b="b"/>
            <a:pathLst>
              <a:path w="5150941" h="3183434">
                <a:moveTo>
                  <a:pt x="0" y="0"/>
                </a:moveTo>
                <a:lnTo>
                  <a:pt x="5150941" y="0"/>
                </a:lnTo>
                <a:lnTo>
                  <a:pt x="5150941" y="3183434"/>
                </a:lnTo>
                <a:lnTo>
                  <a:pt x="0" y="3183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" r="-5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92238" y="6339929"/>
            <a:ext cx="3544044" cy="442912"/>
            <a:chOff x="0" y="0"/>
            <a:chExt cx="4725392" cy="590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Are Handlers?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2238" y="6952952"/>
            <a:ext cx="5150941" cy="907256"/>
            <a:chOff x="0" y="0"/>
            <a:chExt cx="6867922" cy="12096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67922" cy="1209675"/>
            </a:xfrm>
            <a:custGeom>
              <a:avLst/>
              <a:gdLst/>
              <a:ahLst/>
              <a:cxnLst/>
              <a:rect l="l" t="t" r="r" b="b"/>
              <a:pathLst>
                <a:path w="6867922" h="1209675">
                  <a:moveTo>
                    <a:pt x="0" y="0"/>
                  </a:moveTo>
                  <a:lnTo>
                    <a:pt x="6867922" y="0"/>
                  </a:lnTo>
                  <a:lnTo>
                    <a:pt x="686792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6867922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Special tasks triggered by notifications from other tasks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92238" y="8030319"/>
            <a:ext cx="5150941" cy="453629"/>
            <a:chOff x="0" y="0"/>
            <a:chExt cx="6867922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67922" cy="604838"/>
            </a:xfrm>
            <a:custGeom>
              <a:avLst/>
              <a:gdLst/>
              <a:ahLst/>
              <a:cxnLst/>
              <a:rect l="l" t="t" r="r" b="b"/>
              <a:pathLst>
                <a:path w="6867922" h="604838">
                  <a:moveTo>
                    <a:pt x="0" y="0"/>
                  </a:moveTo>
                  <a:lnTo>
                    <a:pt x="6867922" y="0"/>
                  </a:lnTo>
                  <a:lnTo>
                    <a:pt x="68679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68679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Only run at the end of a play if notified</a:t>
              </a:r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6568380" y="2802136"/>
            <a:ext cx="5151090" cy="3183582"/>
          </a:xfrm>
          <a:custGeom>
            <a:avLst/>
            <a:gdLst/>
            <a:ahLst/>
            <a:cxnLst/>
            <a:rect l="l" t="t" r="r" b="b"/>
            <a:pathLst>
              <a:path w="5151090" h="3183582">
                <a:moveTo>
                  <a:pt x="0" y="0"/>
                </a:moveTo>
                <a:lnTo>
                  <a:pt x="5151090" y="0"/>
                </a:lnTo>
                <a:lnTo>
                  <a:pt x="5151090" y="3183583"/>
                </a:lnTo>
                <a:lnTo>
                  <a:pt x="0" y="3183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" r="-5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6568380" y="6340079"/>
            <a:ext cx="3544044" cy="442912"/>
            <a:chOff x="0" y="0"/>
            <a:chExt cx="4725392" cy="5905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 Case Example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68380" y="6953101"/>
            <a:ext cx="5151090" cy="907256"/>
            <a:chOff x="0" y="0"/>
            <a:chExt cx="6868120" cy="12096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68120" cy="1209675"/>
            </a:xfrm>
            <a:custGeom>
              <a:avLst/>
              <a:gdLst/>
              <a:ahLst/>
              <a:cxnLst/>
              <a:rect l="l" t="t" r="r" b="b"/>
              <a:pathLst>
                <a:path w="6868120" h="1209675">
                  <a:moveTo>
                    <a:pt x="0" y="0"/>
                  </a:moveTo>
                  <a:lnTo>
                    <a:pt x="6868120" y="0"/>
                  </a:lnTo>
                  <a:lnTo>
                    <a:pt x="68681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68681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Modify configuration files with templates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68380" y="8030467"/>
            <a:ext cx="5151090" cy="907256"/>
            <a:chOff x="0" y="0"/>
            <a:chExt cx="6868120" cy="12096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68120" cy="1209675"/>
            </a:xfrm>
            <a:custGeom>
              <a:avLst/>
              <a:gdLst/>
              <a:ahLst/>
              <a:cxnLst/>
              <a:rect l="l" t="t" r="r" b="b"/>
              <a:pathLst>
                <a:path w="6868120" h="1209675">
                  <a:moveTo>
                    <a:pt x="0" y="0"/>
                  </a:moveTo>
                  <a:lnTo>
                    <a:pt x="6868120" y="0"/>
                  </a:lnTo>
                  <a:lnTo>
                    <a:pt x="68681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68681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Restart services only when configs change</a:t>
              </a:r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12144672" y="2802136"/>
            <a:ext cx="5150941" cy="3183434"/>
          </a:xfrm>
          <a:custGeom>
            <a:avLst/>
            <a:gdLst/>
            <a:ahLst/>
            <a:cxnLst/>
            <a:rect l="l" t="t" r="r" b="b"/>
            <a:pathLst>
              <a:path w="5150941" h="3183434">
                <a:moveTo>
                  <a:pt x="0" y="0"/>
                </a:moveTo>
                <a:lnTo>
                  <a:pt x="5150942" y="0"/>
                </a:lnTo>
                <a:lnTo>
                  <a:pt x="5150942" y="3183434"/>
                </a:lnTo>
                <a:lnTo>
                  <a:pt x="0" y="3183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" r="-5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2144672" y="6339929"/>
            <a:ext cx="3544044" cy="442912"/>
            <a:chOff x="0" y="0"/>
            <a:chExt cx="4725392" cy="5905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7"/>
                </a:lnSpc>
              </a:pPr>
              <a:r>
                <a:rPr lang="en-US" sz="2750" b="1" spc="-83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Implementation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44672" y="6952952"/>
            <a:ext cx="5150941" cy="453629"/>
            <a:chOff x="0" y="0"/>
            <a:chExt cx="6867922" cy="6048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67922" cy="604838"/>
            </a:xfrm>
            <a:custGeom>
              <a:avLst/>
              <a:gdLst/>
              <a:ahLst/>
              <a:cxnLst/>
              <a:rect l="l" t="t" r="r" b="b"/>
              <a:pathLst>
                <a:path w="6867922" h="604838">
                  <a:moveTo>
                    <a:pt x="0" y="0"/>
                  </a:moveTo>
                  <a:lnTo>
                    <a:pt x="6867922" y="0"/>
                  </a:lnTo>
                  <a:lnTo>
                    <a:pt x="686792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6867922" cy="6905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 dirty="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Define handler’s section in playbook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44672" y="7576691"/>
            <a:ext cx="5150941" cy="907256"/>
            <a:chOff x="0" y="0"/>
            <a:chExt cx="6867922" cy="120967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67922" cy="1209675"/>
            </a:xfrm>
            <a:custGeom>
              <a:avLst/>
              <a:gdLst/>
              <a:ahLst/>
              <a:cxnLst/>
              <a:rect l="l" t="t" r="r" b="b"/>
              <a:pathLst>
                <a:path w="6867922" h="1209675">
                  <a:moveTo>
                    <a:pt x="0" y="0"/>
                  </a:moveTo>
                  <a:lnTo>
                    <a:pt x="6867922" y="0"/>
                  </a:lnTo>
                  <a:lnTo>
                    <a:pt x="6867922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6867922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 spc="-45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Use notify directive in tasks to trigger handlers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860</Words>
  <Application>Microsoft Macintosh PowerPoint</Application>
  <PresentationFormat>Custom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 Bold</vt:lpstr>
      <vt:lpstr>Calibri</vt:lpstr>
      <vt:lpstr>Roboto Mono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Ansible-Inventory-Modules-and-Playbook-Essentials.pptx</dc:title>
  <cp:lastModifiedBy>Mohammad Anees Alam</cp:lastModifiedBy>
  <cp:revision>4</cp:revision>
  <dcterms:created xsi:type="dcterms:W3CDTF">2006-08-16T00:00:00Z</dcterms:created>
  <dcterms:modified xsi:type="dcterms:W3CDTF">2026-01-03T07:30:15Z</dcterms:modified>
  <dc:identifier>DAGltSsoiBY</dc:identifier>
</cp:coreProperties>
</file>