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</p:sldIdLst>
  <p:sldSz cx="18288000" cy="10287000"/>
  <p:notesSz cx="6858000" cy="91440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Merriweather Bold" pitchFamily="2" charset="77"/>
      <p:regular r:id="rId26"/>
      <p:bold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Open Sans Bold" pitchFamily="2" charset="0"/>
      <p:regular r:id="rId32"/>
      <p:bold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88" autoAdjust="0"/>
  </p:normalViewPr>
  <p:slideViewPr>
    <p:cSldViewPr>
      <p:cViewPr varScale="1">
        <p:scale>
          <a:sx n="77" d="100"/>
          <a:sy n="77" d="100"/>
        </p:scale>
        <p:origin x="63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25.10.2025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8E35E-F640-D63F-93BB-7A3D187A6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33AF19-8DBA-8888-A28D-1E393D537C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6B090-448A-56FF-A4E2-BA3CDBECAAA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11E2D93-8240-3FEF-4D37-7A3CD94CCC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39678BF-A8D5-37B1-3750-198C4EFEEB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BEEF6-C41F-BFAC-DFCC-0827E4F669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FDACF8-5FF8-1307-31C0-83A069E2A5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654166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hyperlink" Target="https://bbc.co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example.com/robots.tx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hyperlink" Target="https://bbc.com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905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 descr="preencoded.png"/>
          <p:cNvSpPr/>
          <p:nvPr/>
        </p:nvSpPr>
        <p:spPr>
          <a:xfrm>
            <a:off x="11560926" y="0"/>
            <a:ext cx="6727074" cy="10287000"/>
          </a:xfrm>
          <a:custGeom>
            <a:avLst/>
            <a:gdLst/>
            <a:ahLst/>
            <a:cxnLst/>
            <a:rect l="l" t="t" r="r" b="b"/>
            <a:pathLst>
              <a:path w="6727074" h="10287000">
                <a:moveTo>
                  <a:pt x="0" y="0"/>
                </a:moveTo>
                <a:lnTo>
                  <a:pt x="6727074" y="0"/>
                </a:lnTo>
                <a:lnTo>
                  <a:pt x="672707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4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337607" y="3992809"/>
            <a:ext cx="10886652" cy="2145137"/>
            <a:chOff x="0" y="0"/>
            <a:chExt cx="14515536" cy="28601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515536" cy="2860183"/>
            </a:xfrm>
            <a:custGeom>
              <a:avLst/>
              <a:gdLst/>
              <a:ahLst/>
              <a:cxnLst/>
              <a:rect l="l" t="t" r="r" b="b"/>
              <a:pathLst>
                <a:path w="14515536" h="2860183">
                  <a:moveTo>
                    <a:pt x="0" y="0"/>
                  </a:moveTo>
                  <a:lnTo>
                    <a:pt x="14515536" y="0"/>
                  </a:lnTo>
                  <a:lnTo>
                    <a:pt x="14515536" y="2860183"/>
                  </a:lnTo>
                  <a:lnTo>
                    <a:pt x="0" y="28601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4515536" cy="289828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7621"/>
                </a:lnSpc>
              </a:pPr>
              <a:r>
                <a:rPr lang="en-US" sz="6087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Python: Web Automation &amp; Web scrapping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95149" y="9498248"/>
            <a:ext cx="3659609" cy="367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spcBef>
                <a:spcPct val="0"/>
              </a:spcBef>
            </a:pPr>
            <a:r>
              <a:rPr lang="en-US" sz="2362" b="1">
                <a:solidFill>
                  <a:srgbClr val="CC3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Mohammad Anees Alam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5149" y="9055893"/>
            <a:ext cx="3969172" cy="367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spcBef>
                <a:spcPct val="0"/>
              </a:spcBef>
            </a:pPr>
            <a:r>
              <a:rPr lang="en-US" sz="2362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9144" y="604391"/>
            <a:ext cx="5494735" cy="686841"/>
            <a:chOff x="0" y="0"/>
            <a:chExt cx="7326313" cy="91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326313" cy="915788"/>
            </a:xfrm>
            <a:custGeom>
              <a:avLst/>
              <a:gdLst/>
              <a:ahLst/>
              <a:cxnLst/>
              <a:rect l="l" t="t" r="r" b="b"/>
              <a:pathLst>
                <a:path w="7326313" h="915788">
                  <a:moveTo>
                    <a:pt x="0" y="0"/>
                  </a:moveTo>
                  <a:lnTo>
                    <a:pt x="7326313" y="0"/>
                  </a:lnTo>
                  <a:lnTo>
                    <a:pt x="7326313" y="915788"/>
                  </a:lnTo>
                  <a:lnTo>
                    <a:pt x="0" y="9157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7326313" cy="9348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374"/>
                </a:lnSpc>
              </a:pPr>
              <a:r>
                <a:rPr lang="en-US" sz="431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Today's agenda!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4381" y="1973164"/>
            <a:ext cx="503932" cy="503932"/>
            <a:chOff x="0" y="0"/>
            <a:chExt cx="671910" cy="671910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659130" cy="659257"/>
            </a:xfrm>
            <a:custGeom>
              <a:avLst/>
              <a:gdLst/>
              <a:ahLst/>
              <a:cxnLst/>
              <a:rect l="l" t="t" r="r" b="b"/>
              <a:pathLst>
                <a:path w="659130" h="659257">
                  <a:moveTo>
                    <a:pt x="0" y="123063"/>
                  </a:moveTo>
                  <a:cubicBezTo>
                    <a:pt x="0" y="55118"/>
                    <a:pt x="55118" y="0"/>
                    <a:pt x="123063" y="0"/>
                  </a:cubicBezTo>
                  <a:lnTo>
                    <a:pt x="536067" y="0"/>
                  </a:lnTo>
                  <a:cubicBezTo>
                    <a:pt x="604012" y="0"/>
                    <a:pt x="659130" y="55118"/>
                    <a:pt x="659130" y="123063"/>
                  </a:cubicBezTo>
                  <a:lnTo>
                    <a:pt x="659130" y="536067"/>
                  </a:lnTo>
                  <a:cubicBezTo>
                    <a:pt x="659130" y="604012"/>
                    <a:pt x="604012" y="659130"/>
                    <a:pt x="536067" y="659130"/>
                  </a:cubicBezTo>
                  <a:lnTo>
                    <a:pt x="123063" y="659130"/>
                  </a:lnTo>
                  <a:cubicBezTo>
                    <a:pt x="55118" y="659257"/>
                    <a:pt x="0" y="604139"/>
                    <a:pt x="0" y="536067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671830" cy="671957"/>
            </a:xfrm>
            <a:custGeom>
              <a:avLst/>
              <a:gdLst/>
              <a:ahLst/>
              <a:cxnLst/>
              <a:rect l="l" t="t" r="r" b="b"/>
              <a:pathLst>
                <a:path w="671830" h="671957">
                  <a:moveTo>
                    <a:pt x="0" y="129413"/>
                  </a:moveTo>
                  <a:cubicBezTo>
                    <a:pt x="0" y="57912"/>
                    <a:pt x="57912" y="0"/>
                    <a:pt x="129413" y="0"/>
                  </a:cubicBezTo>
                  <a:lnTo>
                    <a:pt x="542417" y="0"/>
                  </a:lnTo>
                  <a:lnTo>
                    <a:pt x="542417" y="6350"/>
                  </a:lnTo>
                  <a:lnTo>
                    <a:pt x="542417" y="0"/>
                  </a:lnTo>
                  <a:cubicBezTo>
                    <a:pt x="613918" y="0"/>
                    <a:pt x="671830" y="57912"/>
                    <a:pt x="671830" y="129413"/>
                  </a:cubicBezTo>
                  <a:lnTo>
                    <a:pt x="665480" y="129413"/>
                  </a:lnTo>
                  <a:lnTo>
                    <a:pt x="671830" y="129413"/>
                  </a:lnTo>
                  <a:lnTo>
                    <a:pt x="671830" y="542417"/>
                  </a:lnTo>
                  <a:lnTo>
                    <a:pt x="665480" y="542417"/>
                  </a:lnTo>
                  <a:lnTo>
                    <a:pt x="671830" y="542417"/>
                  </a:lnTo>
                  <a:cubicBezTo>
                    <a:pt x="671830" y="613918"/>
                    <a:pt x="613918" y="671830"/>
                    <a:pt x="542417" y="671830"/>
                  </a:cubicBezTo>
                  <a:lnTo>
                    <a:pt x="542417" y="665480"/>
                  </a:lnTo>
                  <a:lnTo>
                    <a:pt x="542417" y="671830"/>
                  </a:lnTo>
                  <a:lnTo>
                    <a:pt x="129413" y="671830"/>
                  </a:lnTo>
                  <a:lnTo>
                    <a:pt x="129413" y="665480"/>
                  </a:lnTo>
                  <a:lnTo>
                    <a:pt x="129413" y="671830"/>
                  </a:lnTo>
                  <a:cubicBezTo>
                    <a:pt x="57912" y="671957"/>
                    <a:pt x="0" y="613918"/>
                    <a:pt x="0" y="542417"/>
                  </a:cubicBezTo>
                  <a:lnTo>
                    <a:pt x="0" y="129413"/>
                  </a:lnTo>
                  <a:lnTo>
                    <a:pt x="6350" y="129413"/>
                  </a:lnTo>
                  <a:lnTo>
                    <a:pt x="0" y="129413"/>
                  </a:lnTo>
                  <a:moveTo>
                    <a:pt x="12700" y="129413"/>
                  </a:moveTo>
                  <a:lnTo>
                    <a:pt x="12700" y="542417"/>
                  </a:lnTo>
                  <a:lnTo>
                    <a:pt x="6350" y="542417"/>
                  </a:lnTo>
                  <a:lnTo>
                    <a:pt x="12700" y="542417"/>
                  </a:lnTo>
                  <a:cubicBezTo>
                    <a:pt x="12700" y="606933"/>
                    <a:pt x="65024" y="659130"/>
                    <a:pt x="129413" y="659130"/>
                  </a:cubicBezTo>
                  <a:lnTo>
                    <a:pt x="542417" y="659130"/>
                  </a:lnTo>
                  <a:cubicBezTo>
                    <a:pt x="606933" y="659130"/>
                    <a:pt x="659130" y="606806"/>
                    <a:pt x="659130" y="542417"/>
                  </a:cubicBezTo>
                  <a:lnTo>
                    <a:pt x="659130" y="129413"/>
                  </a:lnTo>
                  <a:cubicBezTo>
                    <a:pt x="659257" y="65024"/>
                    <a:pt x="606933" y="12700"/>
                    <a:pt x="542417" y="12700"/>
                  </a:cubicBezTo>
                  <a:lnTo>
                    <a:pt x="129413" y="12700"/>
                  </a:lnTo>
                  <a:lnTo>
                    <a:pt x="129413" y="6350"/>
                  </a:lnTo>
                  <a:lnTo>
                    <a:pt x="129413" y="12700"/>
                  </a:lnTo>
                  <a:cubicBezTo>
                    <a:pt x="65024" y="12700"/>
                    <a:pt x="12700" y="65024"/>
                    <a:pt x="12700" y="129413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51520" y="2019076"/>
            <a:ext cx="329654" cy="412105"/>
            <a:chOff x="0" y="0"/>
            <a:chExt cx="439538" cy="54947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9538" cy="549473"/>
            </a:xfrm>
            <a:custGeom>
              <a:avLst/>
              <a:gdLst/>
              <a:ahLst/>
              <a:cxnLst/>
              <a:rect l="l" t="t" r="r" b="b"/>
              <a:pathLst>
                <a:path w="439538" h="549473">
                  <a:moveTo>
                    <a:pt x="0" y="0"/>
                  </a:moveTo>
                  <a:lnTo>
                    <a:pt x="439538" y="0"/>
                  </a:lnTo>
                  <a:lnTo>
                    <a:pt x="439538" y="549473"/>
                  </a:lnTo>
                  <a:lnTo>
                    <a:pt x="0" y="5494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47625"/>
              <a:ext cx="439538" cy="50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62"/>
                </a:lnSpc>
              </a:pPr>
              <a:r>
                <a:rPr lang="en-US" sz="25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83221" y="1936024"/>
            <a:ext cx="6218670" cy="531805"/>
            <a:chOff x="0" y="0"/>
            <a:chExt cx="8291560" cy="7090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291561" cy="709074"/>
            </a:xfrm>
            <a:custGeom>
              <a:avLst/>
              <a:gdLst/>
              <a:ahLst/>
              <a:cxnLst/>
              <a:rect l="l" t="t" r="r" b="b"/>
              <a:pathLst>
                <a:path w="8291561" h="709074">
                  <a:moveTo>
                    <a:pt x="0" y="0"/>
                  </a:moveTo>
                  <a:lnTo>
                    <a:pt x="8291561" y="0"/>
                  </a:lnTo>
                  <a:lnTo>
                    <a:pt x="8291561" y="709074"/>
                  </a:lnTo>
                  <a:lnTo>
                    <a:pt x="0" y="709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8291560" cy="7185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6"/>
                </a:lnSpc>
              </a:pPr>
              <a:r>
                <a:rPr lang="en-US" sz="27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Fundamentals of Web Automation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4381" y="3335536"/>
            <a:ext cx="503932" cy="503932"/>
            <a:chOff x="0" y="0"/>
            <a:chExt cx="671910" cy="671910"/>
          </a:xfrm>
        </p:grpSpPr>
        <p:sp>
          <p:nvSpPr>
            <p:cNvPr id="18" name="Freeform 18"/>
            <p:cNvSpPr/>
            <p:nvPr/>
          </p:nvSpPr>
          <p:spPr>
            <a:xfrm>
              <a:off x="6350" y="6350"/>
              <a:ext cx="659130" cy="659257"/>
            </a:xfrm>
            <a:custGeom>
              <a:avLst/>
              <a:gdLst/>
              <a:ahLst/>
              <a:cxnLst/>
              <a:rect l="l" t="t" r="r" b="b"/>
              <a:pathLst>
                <a:path w="659130" h="659257">
                  <a:moveTo>
                    <a:pt x="0" y="123063"/>
                  </a:moveTo>
                  <a:cubicBezTo>
                    <a:pt x="0" y="55118"/>
                    <a:pt x="55118" y="0"/>
                    <a:pt x="123063" y="0"/>
                  </a:cubicBezTo>
                  <a:lnTo>
                    <a:pt x="536067" y="0"/>
                  </a:lnTo>
                  <a:cubicBezTo>
                    <a:pt x="604012" y="0"/>
                    <a:pt x="659130" y="55118"/>
                    <a:pt x="659130" y="123063"/>
                  </a:cubicBezTo>
                  <a:lnTo>
                    <a:pt x="659130" y="536067"/>
                  </a:lnTo>
                  <a:cubicBezTo>
                    <a:pt x="659130" y="604012"/>
                    <a:pt x="604012" y="659130"/>
                    <a:pt x="536067" y="659130"/>
                  </a:cubicBezTo>
                  <a:lnTo>
                    <a:pt x="123063" y="659130"/>
                  </a:lnTo>
                  <a:cubicBezTo>
                    <a:pt x="55118" y="659257"/>
                    <a:pt x="0" y="604139"/>
                    <a:pt x="0" y="536067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671830" cy="671957"/>
            </a:xfrm>
            <a:custGeom>
              <a:avLst/>
              <a:gdLst/>
              <a:ahLst/>
              <a:cxnLst/>
              <a:rect l="l" t="t" r="r" b="b"/>
              <a:pathLst>
                <a:path w="671830" h="671957">
                  <a:moveTo>
                    <a:pt x="0" y="129413"/>
                  </a:moveTo>
                  <a:cubicBezTo>
                    <a:pt x="0" y="57912"/>
                    <a:pt x="57912" y="0"/>
                    <a:pt x="129413" y="0"/>
                  </a:cubicBezTo>
                  <a:lnTo>
                    <a:pt x="542417" y="0"/>
                  </a:lnTo>
                  <a:lnTo>
                    <a:pt x="542417" y="6350"/>
                  </a:lnTo>
                  <a:lnTo>
                    <a:pt x="542417" y="0"/>
                  </a:lnTo>
                  <a:cubicBezTo>
                    <a:pt x="613918" y="0"/>
                    <a:pt x="671830" y="57912"/>
                    <a:pt x="671830" y="129413"/>
                  </a:cubicBezTo>
                  <a:lnTo>
                    <a:pt x="665480" y="129413"/>
                  </a:lnTo>
                  <a:lnTo>
                    <a:pt x="671830" y="129413"/>
                  </a:lnTo>
                  <a:lnTo>
                    <a:pt x="671830" y="542417"/>
                  </a:lnTo>
                  <a:lnTo>
                    <a:pt x="665480" y="542417"/>
                  </a:lnTo>
                  <a:lnTo>
                    <a:pt x="671830" y="542417"/>
                  </a:lnTo>
                  <a:cubicBezTo>
                    <a:pt x="671830" y="613918"/>
                    <a:pt x="613918" y="671830"/>
                    <a:pt x="542417" y="671830"/>
                  </a:cubicBezTo>
                  <a:lnTo>
                    <a:pt x="542417" y="665480"/>
                  </a:lnTo>
                  <a:lnTo>
                    <a:pt x="542417" y="671830"/>
                  </a:lnTo>
                  <a:lnTo>
                    <a:pt x="129413" y="671830"/>
                  </a:lnTo>
                  <a:lnTo>
                    <a:pt x="129413" y="665480"/>
                  </a:lnTo>
                  <a:lnTo>
                    <a:pt x="129413" y="671830"/>
                  </a:lnTo>
                  <a:cubicBezTo>
                    <a:pt x="57912" y="671957"/>
                    <a:pt x="0" y="613918"/>
                    <a:pt x="0" y="542417"/>
                  </a:cubicBezTo>
                  <a:lnTo>
                    <a:pt x="0" y="129413"/>
                  </a:lnTo>
                  <a:lnTo>
                    <a:pt x="6350" y="129413"/>
                  </a:lnTo>
                  <a:lnTo>
                    <a:pt x="0" y="129413"/>
                  </a:lnTo>
                  <a:moveTo>
                    <a:pt x="12700" y="129413"/>
                  </a:moveTo>
                  <a:lnTo>
                    <a:pt x="12700" y="542417"/>
                  </a:lnTo>
                  <a:lnTo>
                    <a:pt x="6350" y="542417"/>
                  </a:lnTo>
                  <a:lnTo>
                    <a:pt x="12700" y="542417"/>
                  </a:lnTo>
                  <a:cubicBezTo>
                    <a:pt x="12700" y="606933"/>
                    <a:pt x="65024" y="659130"/>
                    <a:pt x="129413" y="659130"/>
                  </a:cubicBezTo>
                  <a:lnTo>
                    <a:pt x="542417" y="659130"/>
                  </a:lnTo>
                  <a:cubicBezTo>
                    <a:pt x="606933" y="659130"/>
                    <a:pt x="659130" y="606806"/>
                    <a:pt x="659130" y="542417"/>
                  </a:cubicBezTo>
                  <a:lnTo>
                    <a:pt x="659130" y="129413"/>
                  </a:lnTo>
                  <a:cubicBezTo>
                    <a:pt x="659257" y="65024"/>
                    <a:pt x="606933" y="12700"/>
                    <a:pt x="542417" y="12700"/>
                  </a:cubicBezTo>
                  <a:lnTo>
                    <a:pt x="129413" y="12700"/>
                  </a:lnTo>
                  <a:lnTo>
                    <a:pt x="129413" y="6350"/>
                  </a:lnTo>
                  <a:lnTo>
                    <a:pt x="129413" y="12700"/>
                  </a:lnTo>
                  <a:cubicBezTo>
                    <a:pt x="65024" y="12700"/>
                    <a:pt x="12700" y="65024"/>
                    <a:pt x="12700" y="129413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51520" y="3381450"/>
            <a:ext cx="329654" cy="412105"/>
            <a:chOff x="0" y="0"/>
            <a:chExt cx="439538" cy="54947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39538" cy="549473"/>
            </a:xfrm>
            <a:custGeom>
              <a:avLst/>
              <a:gdLst/>
              <a:ahLst/>
              <a:cxnLst/>
              <a:rect l="l" t="t" r="r" b="b"/>
              <a:pathLst>
                <a:path w="439538" h="549473">
                  <a:moveTo>
                    <a:pt x="0" y="0"/>
                  </a:moveTo>
                  <a:lnTo>
                    <a:pt x="439538" y="0"/>
                  </a:lnTo>
                  <a:lnTo>
                    <a:pt x="439538" y="549473"/>
                  </a:lnTo>
                  <a:lnTo>
                    <a:pt x="0" y="5494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47625"/>
              <a:ext cx="439538" cy="50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62"/>
                </a:lnSpc>
              </a:pPr>
              <a:r>
                <a:rPr lang="en-US" sz="25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83221" y="3338389"/>
            <a:ext cx="6092784" cy="531805"/>
            <a:chOff x="0" y="0"/>
            <a:chExt cx="8123713" cy="70907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3713" cy="709074"/>
            </a:xfrm>
            <a:custGeom>
              <a:avLst/>
              <a:gdLst/>
              <a:ahLst/>
              <a:cxnLst/>
              <a:rect l="l" t="t" r="r" b="b"/>
              <a:pathLst>
                <a:path w="8123713" h="709074">
                  <a:moveTo>
                    <a:pt x="0" y="0"/>
                  </a:moveTo>
                  <a:lnTo>
                    <a:pt x="8123713" y="0"/>
                  </a:lnTo>
                  <a:lnTo>
                    <a:pt x="8123713" y="709074"/>
                  </a:lnTo>
                  <a:lnTo>
                    <a:pt x="0" y="709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8123713" cy="7185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6"/>
                </a:lnSpc>
              </a:pPr>
              <a:r>
                <a:rPr lang="en-US" sz="27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Understanding HTTP requests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4381" y="4697909"/>
            <a:ext cx="503932" cy="503932"/>
            <a:chOff x="0" y="0"/>
            <a:chExt cx="671910" cy="671910"/>
          </a:xfrm>
        </p:grpSpPr>
        <p:sp>
          <p:nvSpPr>
            <p:cNvPr id="27" name="Freeform 27"/>
            <p:cNvSpPr/>
            <p:nvPr/>
          </p:nvSpPr>
          <p:spPr>
            <a:xfrm>
              <a:off x="6350" y="6350"/>
              <a:ext cx="659130" cy="659257"/>
            </a:xfrm>
            <a:custGeom>
              <a:avLst/>
              <a:gdLst/>
              <a:ahLst/>
              <a:cxnLst/>
              <a:rect l="l" t="t" r="r" b="b"/>
              <a:pathLst>
                <a:path w="659130" h="659257">
                  <a:moveTo>
                    <a:pt x="0" y="123063"/>
                  </a:moveTo>
                  <a:cubicBezTo>
                    <a:pt x="0" y="55118"/>
                    <a:pt x="55118" y="0"/>
                    <a:pt x="123063" y="0"/>
                  </a:cubicBezTo>
                  <a:lnTo>
                    <a:pt x="536067" y="0"/>
                  </a:lnTo>
                  <a:cubicBezTo>
                    <a:pt x="604012" y="0"/>
                    <a:pt x="659130" y="55118"/>
                    <a:pt x="659130" y="123063"/>
                  </a:cubicBezTo>
                  <a:lnTo>
                    <a:pt x="659130" y="536067"/>
                  </a:lnTo>
                  <a:cubicBezTo>
                    <a:pt x="659130" y="604012"/>
                    <a:pt x="604012" y="659130"/>
                    <a:pt x="536067" y="659130"/>
                  </a:cubicBezTo>
                  <a:lnTo>
                    <a:pt x="123063" y="659130"/>
                  </a:lnTo>
                  <a:cubicBezTo>
                    <a:pt x="55118" y="659257"/>
                    <a:pt x="0" y="604139"/>
                    <a:pt x="0" y="536067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671830" cy="671957"/>
            </a:xfrm>
            <a:custGeom>
              <a:avLst/>
              <a:gdLst/>
              <a:ahLst/>
              <a:cxnLst/>
              <a:rect l="l" t="t" r="r" b="b"/>
              <a:pathLst>
                <a:path w="671830" h="671957">
                  <a:moveTo>
                    <a:pt x="0" y="129413"/>
                  </a:moveTo>
                  <a:cubicBezTo>
                    <a:pt x="0" y="57912"/>
                    <a:pt x="57912" y="0"/>
                    <a:pt x="129413" y="0"/>
                  </a:cubicBezTo>
                  <a:lnTo>
                    <a:pt x="542417" y="0"/>
                  </a:lnTo>
                  <a:lnTo>
                    <a:pt x="542417" y="6350"/>
                  </a:lnTo>
                  <a:lnTo>
                    <a:pt x="542417" y="0"/>
                  </a:lnTo>
                  <a:cubicBezTo>
                    <a:pt x="613918" y="0"/>
                    <a:pt x="671830" y="57912"/>
                    <a:pt x="671830" y="129413"/>
                  </a:cubicBezTo>
                  <a:lnTo>
                    <a:pt x="665480" y="129413"/>
                  </a:lnTo>
                  <a:lnTo>
                    <a:pt x="671830" y="129413"/>
                  </a:lnTo>
                  <a:lnTo>
                    <a:pt x="671830" y="542417"/>
                  </a:lnTo>
                  <a:lnTo>
                    <a:pt x="665480" y="542417"/>
                  </a:lnTo>
                  <a:lnTo>
                    <a:pt x="671830" y="542417"/>
                  </a:lnTo>
                  <a:cubicBezTo>
                    <a:pt x="671830" y="613918"/>
                    <a:pt x="613918" y="671830"/>
                    <a:pt x="542417" y="671830"/>
                  </a:cubicBezTo>
                  <a:lnTo>
                    <a:pt x="542417" y="665480"/>
                  </a:lnTo>
                  <a:lnTo>
                    <a:pt x="542417" y="671830"/>
                  </a:lnTo>
                  <a:lnTo>
                    <a:pt x="129413" y="671830"/>
                  </a:lnTo>
                  <a:lnTo>
                    <a:pt x="129413" y="665480"/>
                  </a:lnTo>
                  <a:lnTo>
                    <a:pt x="129413" y="671830"/>
                  </a:lnTo>
                  <a:cubicBezTo>
                    <a:pt x="57912" y="671957"/>
                    <a:pt x="0" y="613918"/>
                    <a:pt x="0" y="542417"/>
                  </a:cubicBezTo>
                  <a:lnTo>
                    <a:pt x="0" y="129413"/>
                  </a:lnTo>
                  <a:lnTo>
                    <a:pt x="6350" y="129413"/>
                  </a:lnTo>
                  <a:lnTo>
                    <a:pt x="0" y="129413"/>
                  </a:lnTo>
                  <a:moveTo>
                    <a:pt x="12700" y="129413"/>
                  </a:moveTo>
                  <a:lnTo>
                    <a:pt x="12700" y="542417"/>
                  </a:lnTo>
                  <a:lnTo>
                    <a:pt x="6350" y="542417"/>
                  </a:lnTo>
                  <a:lnTo>
                    <a:pt x="12700" y="542417"/>
                  </a:lnTo>
                  <a:cubicBezTo>
                    <a:pt x="12700" y="606933"/>
                    <a:pt x="65024" y="659130"/>
                    <a:pt x="129413" y="659130"/>
                  </a:cubicBezTo>
                  <a:lnTo>
                    <a:pt x="542417" y="659130"/>
                  </a:lnTo>
                  <a:cubicBezTo>
                    <a:pt x="606933" y="659130"/>
                    <a:pt x="659130" y="606806"/>
                    <a:pt x="659130" y="542417"/>
                  </a:cubicBezTo>
                  <a:lnTo>
                    <a:pt x="659130" y="129413"/>
                  </a:lnTo>
                  <a:cubicBezTo>
                    <a:pt x="659257" y="65024"/>
                    <a:pt x="606933" y="12700"/>
                    <a:pt x="542417" y="12700"/>
                  </a:cubicBezTo>
                  <a:lnTo>
                    <a:pt x="129413" y="12700"/>
                  </a:lnTo>
                  <a:lnTo>
                    <a:pt x="129413" y="6350"/>
                  </a:lnTo>
                  <a:lnTo>
                    <a:pt x="129413" y="12700"/>
                  </a:lnTo>
                  <a:cubicBezTo>
                    <a:pt x="65024" y="12700"/>
                    <a:pt x="12700" y="65024"/>
                    <a:pt x="12700" y="129413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1520" y="4743822"/>
            <a:ext cx="329654" cy="412105"/>
            <a:chOff x="0" y="0"/>
            <a:chExt cx="439538" cy="54947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39538" cy="549473"/>
            </a:xfrm>
            <a:custGeom>
              <a:avLst/>
              <a:gdLst/>
              <a:ahLst/>
              <a:cxnLst/>
              <a:rect l="l" t="t" r="r" b="b"/>
              <a:pathLst>
                <a:path w="439538" h="549473">
                  <a:moveTo>
                    <a:pt x="0" y="0"/>
                  </a:moveTo>
                  <a:lnTo>
                    <a:pt x="439538" y="0"/>
                  </a:lnTo>
                  <a:lnTo>
                    <a:pt x="439538" y="549473"/>
                  </a:lnTo>
                  <a:lnTo>
                    <a:pt x="0" y="5494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47625"/>
              <a:ext cx="439538" cy="50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62"/>
                </a:lnSpc>
              </a:pPr>
              <a:r>
                <a:rPr lang="en-US" sz="25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3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83221" y="4710028"/>
            <a:ext cx="5888534" cy="531805"/>
            <a:chOff x="0" y="0"/>
            <a:chExt cx="7851378" cy="70907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851378" cy="709074"/>
            </a:xfrm>
            <a:custGeom>
              <a:avLst/>
              <a:gdLst/>
              <a:ahLst/>
              <a:cxnLst/>
              <a:rect l="l" t="t" r="r" b="b"/>
              <a:pathLst>
                <a:path w="7851378" h="709074">
                  <a:moveTo>
                    <a:pt x="0" y="0"/>
                  </a:moveTo>
                  <a:lnTo>
                    <a:pt x="7851378" y="0"/>
                  </a:lnTo>
                  <a:lnTo>
                    <a:pt x="7851378" y="709074"/>
                  </a:lnTo>
                  <a:lnTo>
                    <a:pt x="0" y="709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7851378" cy="7185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6"/>
                </a:lnSpc>
              </a:pPr>
              <a:r>
                <a:rPr lang="en-US" sz="27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Web scraping and extraction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4381" y="6060281"/>
            <a:ext cx="503932" cy="503933"/>
            <a:chOff x="0" y="0"/>
            <a:chExt cx="671910" cy="671910"/>
          </a:xfrm>
        </p:grpSpPr>
        <p:sp>
          <p:nvSpPr>
            <p:cNvPr id="36" name="Freeform 36"/>
            <p:cNvSpPr/>
            <p:nvPr/>
          </p:nvSpPr>
          <p:spPr>
            <a:xfrm>
              <a:off x="6350" y="6350"/>
              <a:ext cx="659130" cy="659257"/>
            </a:xfrm>
            <a:custGeom>
              <a:avLst/>
              <a:gdLst/>
              <a:ahLst/>
              <a:cxnLst/>
              <a:rect l="l" t="t" r="r" b="b"/>
              <a:pathLst>
                <a:path w="659130" h="659257">
                  <a:moveTo>
                    <a:pt x="0" y="123063"/>
                  </a:moveTo>
                  <a:cubicBezTo>
                    <a:pt x="0" y="55118"/>
                    <a:pt x="55118" y="0"/>
                    <a:pt x="123063" y="0"/>
                  </a:cubicBezTo>
                  <a:lnTo>
                    <a:pt x="536067" y="0"/>
                  </a:lnTo>
                  <a:cubicBezTo>
                    <a:pt x="604012" y="0"/>
                    <a:pt x="659130" y="55118"/>
                    <a:pt x="659130" y="123063"/>
                  </a:cubicBezTo>
                  <a:lnTo>
                    <a:pt x="659130" y="536067"/>
                  </a:lnTo>
                  <a:cubicBezTo>
                    <a:pt x="659130" y="604012"/>
                    <a:pt x="604012" y="659130"/>
                    <a:pt x="536067" y="659130"/>
                  </a:cubicBezTo>
                  <a:lnTo>
                    <a:pt x="123063" y="659130"/>
                  </a:lnTo>
                  <a:cubicBezTo>
                    <a:pt x="55118" y="659257"/>
                    <a:pt x="0" y="604139"/>
                    <a:pt x="0" y="536067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671830" cy="671957"/>
            </a:xfrm>
            <a:custGeom>
              <a:avLst/>
              <a:gdLst/>
              <a:ahLst/>
              <a:cxnLst/>
              <a:rect l="l" t="t" r="r" b="b"/>
              <a:pathLst>
                <a:path w="671830" h="671957">
                  <a:moveTo>
                    <a:pt x="0" y="129413"/>
                  </a:moveTo>
                  <a:cubicBezTo>
                    <a:pt x="0" y="57912"/>
                    <a:pt x="57912" y="0"/>
                    <a:pt x="129413" y="0"/>
                  </a:cubicBezTo>
                  <a:lnTo>
                    <a:pt x="542417" y="0"/>
                  </a:lnTo>
                  <a:lnTo>
                    <a:pt x="542417" y="6350"/>
                  </a:lnTo>
                  <a:lnTo>
                    <a:pt x="542417" y="0"/>
                  </a:lnTo>
                  <a:cubicBezTo>
                    <a:pt x="613918" y="0"/>
                    <a:pt x="671830" y="57912"/>
                    <a:pt x="671830" y="129413"/>
                  </a:cubicBezTo>
                  <a:lnTo>
                    <a:pt x="665480" y="129413"/>
                  </a:lnTo>
                  <a:lnTo>
                    <a:pt x="671830" y="129413"/>
                  </a:lnTo>
                  <a:lnTo>
                    <a:pt x="671830" y="542417"/>
                  </a:lnTo>
                  <a:lnTo>
                    <a:pt x="665480" y="542417"/>
                  </a:lnTo>
                  <a:lnTo>
                    <a:pt x="671830" y="542417"/>
                  </a:lnTo>
                  <a:cubicBezTo>
                    <a:pt x="671830" y="613918"/>
                    <a:pt x="613918" y="671830"/>
                    <a:pt x="542417" y="671830"/>
                  </a:cubicBezTo>
                  <a:lnTo>
                    <a:pt x="542417" y="665480"/>
                  </a:lnTo>
                  <a:lnTo>
                    <a:pt x="542417" y="671830"/>
                  </a:lnTo>
                  <a:lnTo>
                    <a:pt x="129413" y="671830"/>
                  </a:lnTo>
                  <a:lnTo>
                    <a:pt x="129413" y="665480"/>
                  </a:lnTo>
                  <a:lnTo>
                    <a:pt x="129413" y="671830"/>
                  </a:lnTo>
                  <a:cubicBezTo>
                    <a:pt x="57912" y="671957"/>
                    <a:pt x="0" y="613918"/>
                    <a:pt x="0" y="542417"/>
                  </a:cubicBezTo>
                  <a:lnTo>
                    <a:pt x="0" y="129413"/>
                  </a:lnTo>
                  <a:lnTo>
                    <a:pt x="6350" y="129413"/>
                  </a:lnTo>
                  <a:lnTo>
                    <a:pt x="0" y="129413"/>
                  </a:lnTo>
                  <a:moveTo>
                    <a:pt x="12700" y="129413"/>
                  </a:moveTo>
                  <a:lnTo>
                    <a:pt x="12700" y="542417"/>
                  </a:lnTo>
                  <a:lnTo>
                    <a:pt x="6350" y="542417"/>
                  </a:lnTo>
                  <a:lnTo>
                    <a:pt x="12700" y="542417"/>
                  </a:lnTo>
                  <a:cubicBezTo>
                    <a:pt x="12700" y="606933"/>
                    <a:pt x="65024" y="659130"/>
                    <a:pt x="129413" y="659130"/>
                  </a:cubicBezTo>
                  <a:lnTo>
                    <a:pt x="542417" y="659130"/>
                  </a:lnTo>
                  <a:cubicBezTo>
                    <a:pt x="606933" y="659130"/>
                    <a:pt x="659130" y="606806"/>
                    <a:pt x="659130" y="542417"/>
                  </a:cubicBezTo>
                  <a:lnTo>
                    <a:pt x="659130" y="129413"/>
                  </a:lnTo>
                  <a:cubicBezTo>
                    <a:pt x="659257" y="65024"/>
                    <a:pt x="606933" y="12700"/>
                    <a:pt x="542417" y="12700"/>
                  </a:cubicBezTo>
                  <a:lnTo>
                    <a:pt x="129413" y="12700"/>
                  </a:lnTo>
                  <a:lnTo>
                    <a:pt x="129413" y="6350"/>
                  </a:lnTo>
                  <a:lnTo>
                    <a:pt x="129413" y="12700"/>
                  </a:lnTo>
                  <a:cubicBezTo>
                    <a:pt x="65024" y="12700"/>
                    <a:pt x="12700" y="65024"/>
                    <a:pt x="12700" y="129413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51520" y="6106195"/>
            <a:ext cx="329654" cy="412105"/>
            <a:chOff x="0" y="0"/>
            <a:chExt cx="439538" cy="54947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39538" cy="549473"/>
            </a:xfrm>
            <a:custGeom>
              <a:avLst/>
              <a:gdLst/>
              <a:ahLst/>
              <a:cxnLst/>
              <a:rect l="l" t="t" r="r" b="b"/>
              <a:pathLst>
                <a:path w="439538" h="549473">
                  <a:moveTo>
                    <a:pt x="0" y="0"/>
                  </a:moveTo>
                  <a:lnTo>
                    <a:pt x="439538" y="0"/>
                  </a:lnTo>
                  <a:lnTo>
                    <a:pt x="439538" y="549473"/>
                  </a:lnTo>
                  <a:lnTo>
                    <a:pt x="0" y="5494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47625"/>
              <a:ext cx="439538" cy="50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62"/>
                </a:lnSpc>
              </a:pPr>
              <a:r>
                <a:rPr lang="en-US" sz="25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4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483221" y="6032408"/>
            <a:ext cx="5694174" cy="531805"/>
            <a:chOff x="0" y="0"/>
            <a:chExt cx="7592233" cy="70907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592233" cy="709074"/>
            </a:xfrm>
            <a:custGeom>
              <a:avLst/>
              <a:gdLst/>
              <a:ahLst/>
              <a:cxnLst/>
              <a:rect l="l" t="t" r="r" b="b"/>
              <a:pathLst>
                <a:path w="7592233" h="709074">
                  <a:moveTo>
                    <a:pt x="0" y="0"/>
                  </a:moveTo>
                  <a:lnTo>
                    <a:pt x="7592233" y="0"/>
                  </a:lnTo>
                  <a:lnTo>
                    <a:pt x="7592233" y="709074"/>
                  </a:lnTo>
                  <a:lnTo>
                    <a:pt x="0" y="709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7592233" cy="7185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6"/>
                </a:lnSpc>
              </a:pPr>
              <a:r>
                <a:rPr lang="en-US" sz="27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How data processing works 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4381" y="7422654"/>
            <a:ext cx="503932" cy="503933"/>
            <a:chOff x="0" y="0"/>
            <a:chExt cx="671910" cy="671910"/>
          </a:xfrm>
        </p:grpSpPr>
        <p:sp>
          <p:nvSpPr>
            <p:cNvPr id="45" name="Freeform 45"/>
            <p:cNvSpPr/>
            <p:nvPr/>
          </p:nvSpPr>
          <p:spPr>
            <a:xfrm>
              <a:off x="6350" y="6350"/>
              <a:ext cx="659130" cy="659257"/>
            </a:xfrm>
            <a:custGeom>
              <a:avLst/>
              <a:gdLst/>
              <a:ahLst/>
              <a:cxnLst/>
              <a:rect l="l" t="t" r="r" b="b"/>
              <a:pathLst>
                <a:path w="659130" h="659257">
                  <a:moveTo>
                    <a:pt x="0" y="123063"/>
                  </a:moveTo>
                  <a:cubicBezTo>
                    <a:pt x="0" y="55118"/>
                    <a:pt x="55118" y="0"/>
                    <a:pt x="123063" y="0"/>
                  </a:cubicBezTo>
                  <a:lnTo>
                    <a:pt x="536067" y="0"/>
                  </a:lnTo>
                  <a:cubicBezTo>
                    <a:pt x="604012" y="0"/>
                    <a:pt x="659130" y="55118"/>
                    <a:pt x="659130" y="123063"/>
                  </a:cubicBezTo>
                  <a:lnTo>
                    <a:pt x="659130" y="536067"/>
                  </a:lnTo>
                  <a:cubicBezTo>
                    <a:pt x="659130" y="604012"/>
                    <a:pt x="604012" y="659130"/>
                    <a:pt x="536067" y="659130"/>
                  </a:cubicBezTo>
                  <a:lnTo>
                    <a:pt x="123063" y="659130"/>
                  </a:lnTo>
                  <a:cubicBezTo>
                    <a:pt x="55118" y="659257"/>
                    <a:pt x="0" y="604139"/>
                    <a:pt x="0" y="536067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671830" cy="671957"/>
            </a:xfrm>
            <a:custGeom>
              <a:avLst/>
              <a:gdLst/>
              <a:ahLst/>
              <a:cxnLst/>
              <a:rect l="l" t="t" r="r" b="b"/>
              <a:pathLst>
                <a:path w="671830" h="671957">
                  <a:moveTo>
                    <a:pt x="0" y="129413"/>
                  </a:moveTo>
                  <a:cubicBezTo>
                    <a:pt x="0" y="57912"/>
                    <a:pt x="57912" y="0"/>
                    <a:pt x="129413" y="0"/>
                  </a:cubicBezTo>
                  <a:lnTo>
                    <a:pt x="542417" y="0"/>
                  </a:lnTo>
                  <a:lnTo>
                    <a:pt x="542417" y="6350"/>
                  </a:lnTo>
                  <a:lnTo>
                    <a:pt x="542417" y="0"/>
                  </a:lnTo>
                  <a:cubicBezTo>
                    <a:pt x="613918" y="0"/>
                    <a:pt x="671830" y="57912"/>
                    <a:pt x="671830" y="129413"/>
                  </a:cubicBezTo>
                  <a:lnTo>
                    <a:pt x="665480" y="129413"/>
                  </a:lnTo>
                  <a:lnTo>
                    <a:pt x="671830" y="129413"/>
                  </a:lnTo>
                  <a:lnTo>
                    <a:pt x="671830" y="542417"/>
                  </a:lnTo>
                  <a:lnTo>
                    <a:pt x="665480" y="542417"/>
                  </a:lnTo>
                  <a:lnTo>
                    <a:pt x="671830" y="542417"/>
                  </a:lnTo>
                  <a:cubicBezTo>
                    <a:pt x="671830" y="613918"/>
                    <a:pt x="613918" y="671830"/>
                    <a:pt x="542417" y="671830"/>
                  </a:cubicBezTo>
                  <a:lnTo>
                    <a:pt x="542417" y="665480"/>
                  </a:lnTo>
                  <a:lnTo>
                    <a:pt x="542417" y="671830"/>
                  </a:lnTo>
                  <a:lnTo>
                    <a:pt x="129413" y="671830"/>
                  </a:lnTo>
                  <a:lnTo>
                    <a:pt x="129413" y="665480"/>
                  </a:lnTo>
                  <a:lnTo>
                    <a:pt x="129413" y="671830"/>
                  </a:lnTo>
                  <a:cubicBezTo>
                    <a:pt x="57912" y="671957"/>
                    <a:pt x="0" y="613918"/>
                    <a:pt x="0" y="542417"/>
                  </a:cubicBezTo>
                  <a:lnTo>
                    <a:pt x="0" y="129413"/>
                  </a:lnTo>
                  <a:lnTo>
                    <a:pt x="6350" y="129413"/>
                  </a:lnTo>
                  <a:lnTo>
                    <a:pt x="0" y="129413"/>
                  </a:lnTo>
                  <a:moveTo>
                    <a:pt x="12700" y="129413"/>
                  </a:moveTo>
                  <a:lnTo>
                    <a:pt x="12700" y="542417"/>
                  </a:lnTo>
                  <a:lnTo>
                    <a:pt x="6350" y="542417"/>
                  </a:lnTo>
                  <a:lnTo>
                    <a:pt x="12700" y="542417"/>
                  </a:lnTo>
                  <a:cubicBezTo>
                    <a:pt x="12700" y="606933"/>
                    <a:pt x="65024" y="659130"/>
                    <a:pt x="129413" y="659130"/>
                  </a:cubicBezTo>
                  <a:lnTo>
                    <a:pt x="542417" y="659130"/>
                  </a:lnTo>
                  <a:cubicBezTo>
                    <a:pt x="606933" y="659130"/>
                    <a:pt x="659130" y="606806"/>
                    <a:pt x="659130" y="542417"/>
                  </a:cubicBezTo>
                  <a:lnTo>
                    <a:pt x="659130" y="129413"/>
                  </a:lnTo>
                  <a:cubicBezTo>
                    <a:pt x="659257" y="65024"/>
                    <a:pt x="606933" y="12700"/>
                    <a:pt x="542417" y="12700"/>
                  </a:cubicBezTo>
                  <a:lnTo>
                    <a:pt x="129413" y="12700"/>
                  </a:lnTo>
                  <a:lnTo>
                    <a:pt x="129413" y="6350"/>
                  </a:lnTo>
                  <a:lnTo>
                    <a:pt x="129413" y="12700"/>
                  </a:lnTo>
                  <a:cubicBezTo>
                    <a:pt x="65024" y="12700"/>
                    <a:pt x="12700" y="65024"/>
                    <a:pt x="12700" y="129413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1520" y="7468568"/>
            <a:ext cx="329654" cy="412105"/>
            <a:chOff x="0" y="0"/>
            <a:chExt cx="439538" cy="54947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39538" cy="549473"/>
            </a:xfrm>
            <a:custGeom>
              <a:avLst/>
              <a:gdLst/>
              <a:ahLst/>
              <a:cxnLst/>
              <a:rect l="l" t="t" r="r" b="b"/>
              <a:pathLst>
                <a:path w="439538" h="549473">
                  <a:moveTo>
                    <a:pt x="0" y="0"/>
                  </a:moveTo>
                  <a:lnTo>
                    <a:pt x="439538" y="0"/>
                  </a:lnTo>
                  <a:lnTo>
                    <a:pt x="439538" y="549473"/>
                  </a:lnTo>
                  <a:lnTo>
                    <a:pt x="0" y="5494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47625"/>
              <a:ext cx="439538" cy="50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62"/>
                </a:lnSpc>
              </a:pPr>
              <a:r>
                <a:rPr lang="en-US" sz="25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5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483221" y="7430989"/>
            <a:ext cx="6617979" cy="531805"/>
            <a:chOff x="0" y="0"/>
            <a:chExt cx="8823972" cy="70907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823971" cy="709074"/>
            </a:xfrm>
            <a:custGeom>
              <a:avLst/>
              <a:gdLst/>
              <a:ahLst/>
              <a:cxnLst/>
              <a:rect l="l" t="t" r="r" b="b"/>
              <a:pathLst>
                <a:path w="8823971" h="709074">
                  <a:moveTo>
                    <a:pt x="0" y="0"/>
                  </a:moveTo>
                  <a:lnTo>
                    <a:pt x="8823971" y="0"/>
                  </a:lnTo>
                  <a:lnTo>
                    <a:pt x="8823971" y="709074"/>
                  </a:lnTo>
                  <a:lnTo>
                    <a:pt x="0" y="709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8823972" cy="7185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6"/>
                </a:lnSpc>
              </a:pPr>
              <a:r>
                <a:rPr lang="en-US" sz="27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Exploring pandas &amp; numpy libraries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64381" y="8785026"/>
            <a:ext cx="503932" cy="503933"/>
            <a:chOff x="0" y="0"/>
            <a:chExt cx="671910" cy="671910"/>
          </a:xfrm>
        </p:grpSpPr>
        <p:sp>
          <p:nvSpPr>
            <p:cNvPr id="54" name="Freeform 54"/>
            <p:cNvSpPr/>
            <p:nvPr/>
          </p:nvSpPr>
          <p:spPr>
            <a:xfrm>
              <a:off x="6350" y="6350"/>
              <a:ext cx="659130" cy="659257"/>
            </a:xfrm>
            <a:custGeom>
              <a:avLst/>
              <a:gdLst/>
              <a:ahLst/>
              <a:cxnLst/>
              <a:rect l="l" t="t" r="r" b="b"/>
              <a:pathLst>
                <a:path w="659130" h="659257">
                  <a:moveTo>
                    <a:pt x="0" y="123063"/>
                  </a:moveTo>
                  <a:cubicBezTo>
                    <a:pt x="0" y="55118"/>
                    <a:pt x="55118" y="0"/>
                    <a:pt x="123063" y="0"/>
                  </a:cubicBezTo>
                  <a:lnTo>
                    <a:pt x="536067" y="0"/>
                  </a:lnTo>
                  <a:cubicBezTo>
                    <a:pt x="604012" y="0"/>
                    <a:pt x="659130" y="55118"/>
                    <a:pt x="659130" y="123063"/>
                  </a:cubicBezTo>
                  <a:lnTo>
                    <a:pt x="659130" y="536067"/>
                  </a:lnTo>
                  <a:cubicBezTo>
                    <a:pt x="659130" y="604012"/>
                    <a:pt x="604012" y="659130"/>
                    <a:pt x="536067" y="659130"/>
                  </a:cubicBezTo>
                  <a:lnTo>
                    <a:pt x="123063" y="659130"/>
                  </a:lnTo>
                  <a:cubicBezTo>
                    <a:pt x="55118" y="659257"/>
                    <a:pt x="0" y="604139"/>
                    <a:pt x="0" y="536067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0" y="0"/>
              <a:ext cx="671830" cy="671957"/>
            </a:xfrm>
            <a:custGeom>
              <a:avLst/>
              <a:gdLst/>
              <a:ahLst/>
              <a:cxnLst/>
              <a:rect l="l" t="t" r="r" b="b"/>
              <a:pathLst>
                <a:path w="671830" h="671957">
                  <a:moveTo>
                    <a:pt x="0" y="129413"/>
                  </a:moveTo>
                  <a:cubicBezTo>
                    <a:pt x="0" y="57912"/>
                    <a:pt x="57912" y="0"/>
                    <a:pt x="129413" y="0"/>
                  </a:cubicBezTo>
                  <a:lnTo>
                    <a:pt x="542417" y="0"/>
                  </a:lnTo>
                  <a:lnTo>
                    <a:pt x="542417" y="6350"/>
                  </a:lnTo>
                  <a:lnTo>
                    <a:pt x="542417" y="0"/>
                  </a:lnTo>
                  <a:cubicBezTo>
                    <a:pt x="613918" y="0"/>
                    <a:pt x="671830" y="57912"/>
                    <a:pt x="671830" y="129413"/>
                  </a:cubicBezTo>
                  <a:lnTo>
                    <a:pt x="665480" y="129413"/>
                  </a:lnTo>
                  <a:lnTo>
                    <a:pt x="671830" y="129413"/>
                  </a:lnTo>
                  <a:lnTo>
                    <a:pt x="671830" y="542417"/>
                  </a:lnTo>
                  <a:lnTo>
                    <a:pt x="665480" y="542417"/>
                  </a:lnTo>
                  <a:lnTo>
                    <a:pt x="671830" y="542417"/>
                  </a:lnTo>
                  <a:cubicBezTo>
                    <a:pt x="671830" y="613918"/>
                    <a:pt x="613918" y="671830"/>
                    <a:pt x="542417" y="671830"/>
                  </a:cubicBezTo>
                  <a:lnTo>
                    <a:pt x="542417" y="665480"/>
                  </a:lnTo>
                  <a:lnTo>
                    <a:pt x="542417" y="671830"/>
                  </a:lnTo>
                  <a:lnTo>
                    <a:pt x="129413" y="671830"/>
                  </a:lnTo>
                  <a:lnTo>
                    <a:pt x="129413" y="665480"/>
                  </a:lnTo>
                  <a:lnTo>
                    <a:pt x="129413" y="671830"/>
                  </a:lnTo>
                  <a:cubicBezTo>
                    <a:pt x="57912" y="671957"/>
                    <a:pt x="0" y="613918"/>
                    <a:pt x="0" y="542417"/>
                  </a:cubicBezTo>
                  <a:lnTo>
                    <a:pt x="0" y="129413"/>
                  </a:lnTo>
                  <a:lnTo>
                    <a:pt x="6350" y="129413"/>
                  </a:lnTo>
                  <a:lnTo>
                    <a:pt x="0" y="129413"/>
                  </a:lnTo>
                  <a:moveTo>
                    <a:pt x="12700" y="129413"/>
                  </a:moveTo>
                  <a:lnTo>
                    <a:pt x="12700" y="542417"/>
                  </a:lnTo>
                  <a:lnTo>
                    <a:pt x="6350" y="542417"/>
                  </a:lnTo>
                  <a:lnTo>
                    <a:pt x="12700" y="542417"/>
                  </a:lnTo>
                  <a:cubicBezTo>
                    <a:pt x="12700" y="606933"/>
                    <a:pt x="65024" y="659130"/>
                    <a:pt x="129413" y="659130"/>
                  </a:cubicBezTo>
                  <a:lnTo>
                    <a:pt x="542417" y="659130"/>
                  </a:lnTo>
                  <a:cubicBezTo>
                    <a:pt x="606933" y="659130"/>
                    <a:pt x="659130" y="606806"/>
                    <a:pt x="659130" y="542417"/>
                  </a:cubicBezTo>
                  <a:lnTo>
                    <a:pt x="659130" y="129413"/>
                  </a:lnTo>
                  <a:cubicBezTo>
                    <a:pt x="659257" y="65024"/>
                    <a:pt x="606933" y="12700"/>
                    <a:pt x="542417" y="12700"/>
                  </a:cubicBezTo>
                  <a:lnTo>
                    <a:pt x="129413" y="12700"/>
                  </a:lnTo>
                  <a:lnTo>
                    <a:pt x="129413" y="6350"/>
                  </a:lnTo>
                  <a:lnTo>
                    <a:pt x="129413" y="12700"/>
                  </a:lnTo>
                  <a:cubicBezTo>
                    <a:pt x="65024" y="12700"/>
                    <a:pt x="12700" y="65024"/>
                    <a:pt x="12700" y="129413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51520" y="8830940"/>
            <a:ext cx="329654" cy="412105"/>
            <a:chOff x="0" y="0"/>
            <a:chExt cx="439538" cy="54947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39538" cy="549473"/>
            </a:xfrm>
            <a:custGeom>
              <a:avLst/>
              <a:gdLst/>
              <a:ahLst/>
              <a:cxnLst/>
              <a:rect l="l" t="t" r="r" b="b"/>
              <a:pathLst>
                <a:path w="439538" h="549473">
                  <a:moveTo>
                    <a:pt x="0" y="0"/>
                  </a:moveTo>
                  <a:lnTo>
                    <a:pt x="439538" y="0"/>
                  </a:lnTo>
                  <a:lnTo>
                    <a:pt x="439538" y="549473"/>
                  </a:lnTo>
                  <a:lnTo>
                    <a:pt x="0" y="5494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47625"/>
              <a:ext cx="439538" cy="50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62"/>
                </a:lnSpc>
              </a:pPr>
              <a:r>
                <a:rPr lang="en-US" sz="25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6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483221" y="8753369"/>
            <a:ext cx="6851164" cy="531805"/>
            <a:chOff x="0" y="0"/>
            <a:chExt cx="9134886" cy="70907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134886" cy="709074"/>
            </a:xfrm>
            <a:custGeom>
              <a:avLst/>
              <a:gdLst/>
              <a:ahLst/>
              <a:cxnLst/>
              <a:rect l="l" t="t" r="r" b="b"/>
              <a:pathLst>
                <a:path w="9134886" h="709074">
                  <a:moveTo>
                    <a:pt x="0" y="0"/>
                  </a:moveTo>
                  <a:lnTo>
                    <a:pt x="9134886" y="0"/>
                  </a:lnTo>
                  <a:lnTo>
                    <a:pt x="9134886" y="709074"/>
                  </a:lnTo>
                  <a:lnTo>
                    <a:pt x="0" y="709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9134886" cy="7185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6"/>
                </a:lnSpc>
              </a:pPr>
              <a:r>
                <a:rPr lang="en-US" sz="27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Automate web scraping (hands-on)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3032" y="725240"/>
            <a:ext cx="8626078" cy="804132"/>
            <a:chOff x="0" y="0"/>
            <a:chExt cx="11501437" cy="10721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501437" cy="1072176"/>
            </a:xfrm>
            <a:custGeom>
              <a:avLst/>
              <a:gdLst/>
              <a:ahLst/>
              <a:cxnLst/>
              <a:rect l="l" t="t" r="r" b="b"/>
              <a:pathLst>
                <a:path w="11501437" h="1072176">
                  <a:moveTo>
                    <a:pt x="0" y="0"/>
                  </a:moveTo>
                  <a:lnTo>
                    <a:pt x="11501437" y="0"/>
                  </a:lnTo>
                  <a:lnTo>
                    <a:pt x="11501437" y="1072176"/>
                  </a:lnTo>
                  <a:lnTo>
                    <a:pt x="0" y="10721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1501437" cy="10912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87"/>
                </a:lnSpc>
              </a:pPr>
              <a:r>
                <a:rPr lang="en-US" sz="4124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What is Web Automation?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3032" y="1856150"/>
            <a:ext cx="16441936" cy="527447"/>
            <a:chOff x="0" y="0"/>
            <a:chExt cx="21922582" cy="7032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22581" cy="703263"/>
            </a:xfrm>
            <a:custGeom>
              <a:avLst/>
              <a:gdLst/>
              <a:ahLst/>
              <a:cxnLst/>
              <a:rect l="l" t="t" r="r" b="b"/>
              <a:pathLst>
                <a:path w="21922581" h="703263">
                  <a:moveTo>
                    <a:pt x="0" y="0"/>
                  </a:moveTo>
                  <a:lnTo>
                    <a:pt x="21922581" y="0"/>
                  </a:lnTo>
                  <a:lnTo>
                    <a:pt x="21922581" y="703263"/>
                  </a:lnTo>
                  <a:lnTo>
                    <a:pt x="0" y="7032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21922582" cy="788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56293" lvl="1" indent="-178147" algn="l">
                <a:lnSpc>
                  <a:spcPts val="3794"/>
                </a:lnSpc>
                <a:buFont typeface="Arial"/>
                <a:buChar char="•"/>
              </a:pPr>
              <a:r>
                <a:rPr lang="en-US" sz="23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It automates the interaction with web applications and enables performing repetitive tasks.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3032" y="2545522"/>
            <a:ext cx="16441936" cy="736931"/>
            <a:chOff x="0" y="0"/>
            <a:chExt cx="21922582" cy="9825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22581" cy="982574"/>
            </a:xfrm>
            <a:custGeom>
              <a:avLst/>
              <a:gdLst/>
              <a:ahLst/>
              <a:cxnLst/>
              <a:rect l="l" t="t" r="r" b="b"/>
              <a:pathLst>
                <a:path w="21922581" h="982574">
                  <a:moveTo>
                    <a:pt x="0" y="0"/>
                  </a:moveTo>
                  <a:lnTo>
                    <a:pt x="21922581" y="0"/>
                  </a:lnTo>
                  <a:lnTo>
                    <a:pt x="21922581" y="982574"/>
                  </a:lnTo>
                  <a:lnTo>
                    <a:pt x="0" y="9825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21922582" cy="10682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56293" lvl="1" indent="-178147" algn="l">
                <a:lnSpc>
                  <a:spcPts val="3794"/>
                </a:lnSpc>
                <a:buFont typeface="Arial"/>
                <a:buChar char="•"/>
              </a:pPr>
              <a:r>
                <a:rPr lang="en-US" sz="23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In a DevOps environment, the primary goal is to bridge the gap between development and operations teams.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3032" y="3268646"/>
            <a:ext cx="16441936" cy="527447"/>
            <a:chOff x="0" y="0"/>
            <a:chExt cx="21922582" cy="70326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22581" cy="703263"/>
            </a:xfrm>
            <a:custGeom>
              <a:avLst/>
              <a:gdLst/>
              <a:ahLst/>
              <a:cxnLst/>
              <a:rect l="l" t="t" r="r" b="b"/>
              <a:pathLst>
                <a:path w="21922581" h="703263">
                  <a:moveTo>
                    <a:pt x="0" y="0"/>
                  </a:moveTo>
                  <a:lnTo>
                    <a:pt x="21922581" y="0"/>
                  </a:lnTo>
                  <a:lnTo>
                    <a:pt x="21922581" y="703263"/>
                  </a:lnTo>
                  <a:lnTo>
                    <a:pt x="0" y="7032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21922582" cy="788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56293" lvl="1" indent="-178147" algn="l">
                <a:lnSpc>
                  <a:spcPts val="3794"/>
                </a:lnSpc>
                <a:buFont typeface="Arial"/>
                <a:buChar char="•"/>
              </a:pPr>
              <a:r>
                <a:rPr lang="en-US" sz="23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Popular tools for Web Automation in DevOps are Selenium, Puppeteer, Playwright.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3032" y="4298602"/>
            <a:ext cx="16441936" cy="527447"/>
            <a:chOff x="0" y="0"/>
            <a:chExt cx="21922582" cy="7032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922581" cy="703263"/>
            </a:xfrm>
            <a:custGeom>
              <a:avLst/>
              <a:gdLst/>
              <a:ahLst/>
              <a:cxnLst/>
              <a:rect l="l" t="t" r="r" b="b"/>
              <a:pathLst>
                <a:path w="21922581" h="703263">
                  <a:moveTo>
                    <a:pt x="0" y="0"/>
                  </a:moveTo>
                  <a:lnTo>
                    <a:pt x="21922581" y="0"/>
                  </a:lnTo>
                  <a:lnTo>
                    <a:pt x="21922581" y="703263"/>
                  </a:lnTo>
                  <a:lnTo>
                    <a:pt x="0" y="7032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21922582" cy="788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56293" lvl="1" indent="-178147" algn="l">
                <a:lnSpc>
                  <a:spcPts val="3794"/>
                </a:lnSpc>
                <a:buFont typeface="Arial"/>
                <a:buChar char="•"/>
              </a:pPr>
              <a:r>
                <a:rPr lang="en-US" sz="23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Some common use cases for web automation are listed below: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8270" y="5117901"/>
            <a:ext cx="3922216" cy="4452045"/>
            <a:chOff x="0" y="0"/>
            <a:chExt cx="5229622" cy="5936060"/>
          </a:xfrm>
        </p:grpSpPr>
        <p:sp>
          <p:nvSpPr>
            <p:cNvPr id="21" name="Freeform 21"/>
            <p:cNvSpPr/>
            <p:nvPr/>
          </p:nvSpPr>
          <p:spPr>
            <a:xfrm>
              <a:off x="6350" y="6350"/>
              <a:ext cx="5216906" cy="5923407"/>
            </a:xfrm>
            <a:custGeom>
              <a:avLst/>
              <a:gdLst/>
              <a:ahLst/>
              <a:cxnLst/>
              <a:rect l="l" t="t" r="r" b="b"/>
              <a:pathLst>
                <a:path w="5216906" h="5923407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5069205" y="0"/>
                  </a:lnTo>
                  <a:cubicBezTo>
                    <a:pt x="5150739" y="0"/>
                    <a:pt x="5216906" y="66167"/>
                    <a:pt x="5216906" y="147701"/>
                  </a:cubicBezTo>
                  <a:lnTo>
                    <a:pt x="5216906" y="5775579"/>
                  </a:lnTo>
                  <a:cubicBezTo>
                    <a:pt x="5216906" y="5857113"/>
                    <a:pt x="5150739" y="5923280"/>
                    <a:pt x="5069205" y="5923280"/>
                  </a:cubicBezTo>
                  <a:lnTo>
                    <a:pt x="147701" y="5923280"/>
                  </a:lnTo>
                  <a:cubicBezTo>
                    <a:pt x="66167" y="5923407"/>
                    <a:pt x="0" y="5857240"/>
                    <a:pt x="0" y="5775579"/>
                  </a:cubicBezTo>
                  <a:close/>
                </a:path>
              </a:pathLst>
            </a:custGeom>
            <a:solidFill>
              <a:srgbClr val="FFDBC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5229606" cy="5936107"/>
            </a:xfrm>
            <a:custGeom>
              <a:avLst/>
              <a:gdLst/>
              <a:ahLst/>
              <a:cxnLst/>
              <a:rect l="l" t="t" r="r" b="b"/>
              <a:pathLst>
                <a:path w="5229606" h="5936107">
                  <a:moveTo>
                    <a:pt x="0" y="154051"/>
                  </a:moveTo>
                  <a:cubicBezTo>
                    <a:pt x="0" y="68961"/>
                    <a:pt x="68961" y="0"/>
                    <a:pt x="154051" y="0"/>
                  </a:cubicBezTo>
                  <a:lnTo>
                    <a:pt x="5075555" y="0"/>
                  </a:lnTo>
                  <a:lnTo>
                    <a:pt x="5075555" y="6350"/>
                  </a:lnTo>
                  <a:lnTo>
                    <a:pt x="5075555" y="0"/>
                  </a:lnTo>
                  <a:cubicBezTo>
                    <a:pt x="5160645" y="0"/>
                    <a:pt x="5229606" y="68961"/>
                    <a:pt x="5229606" y="154051"/>
                  </a:cubicBezTo>
                  <a:lnTo>
                    <a:pt x="5223256" y="154051"/>
                  </a:lnTo>
                  <a:lnTo>
                    <a:pt x="5229606" y="154051"/>
                  </a:lnTo>
                  <a:lnTo>
                    <a:pt x="5229606" y="5781929"/>
                  </a:lnTo>
                  <a:lnTo>
                    <a:pt x="5223256" y="5781929"/>
                  </a:lnTo>
                  <a:lnTo>
                    <a:pt x="5229606" y="5781929"/>
                  </a:lnTo>
                  <a:cubicBezTo>
                    <a:pt x="5229606" y="5867019"/>
                    <a:pt x="5160645" y="5935980"/>
                    <a:pt x="5075555" y="5935980"/>
                  </a:cubicBezTo>
                  <a:lnTo>
                    <a:pt x="5075555" y="5929630"/>
                  </a:lnTo>
                  <a:lnTo>
                    <a:pt x="5075555" y="5935980"/>
                  </a:lnTo>
                  <a:lnTo>
                    <a:pt x="154051" y="5935980"/>
                  </a:lnTo>
                  <a:lnTo>
                    <a:pt x="154051" y="5929630"/>
                  </a:lnTo>
                  <a:lnTo>
                    <a:pt x="154051" y="5935980"/>
                  </a:lnTo>
                  <a:cubicBezTo>
                    <a:pt x="68961" y="5936107"/>
                    <a:pt x="0" y="5867019"/>
                    <a:pt x="0" y="5781929"/>
                  </a:cubicBezTo>
                  <a:lnTo>
                    <a:pt x="0" y="154051"/>
                  </a:lnTo>
                  <a:lnTo>
                    <a:pt x="6350" y="154051"/>
                  </a:lnTo>
                  <a:lnTo>
                    <a:pt x="0" y="154051"/>
                  </a:lnTo>
                  <a:moveTo>
                    <a:pt x="12700" y="154051"/>
                  </a:moveTo>
                  <a:lnTo>
                    <a:pt x="12700" y="5781929"/>
                  </a:lnTo>
                  <a:lnTo>
                    <a:pt x="6350" y="5781929"/>
                  </a:lnTo>
                  <a:lnTo>
                    <a:pt x="12700" y="5781929"/>
                  </a:lnTo>
                  <a:cubicBezTo>
                    <a:pt x="12700" y="5860034"/>
                    <a:pt x="75946" y="5923280"/>
                    <a:pt x="154051" y="5923280"/>
                  </a:cubicBezTo>
                  <a:lnTo>
                    <a:pt x="5075555" y="5923280"/>
                  </a:lnTo>
                  <a:cubicBezTo>
                    <a:pt x="5153660" y="5923280"/>
                    <a:pt x="5216906" y="5860034"/>
                    <a:pt x="5216906" y="5781929"/>
                  </a:cubicBezTo>
                  <a:lnTo>
                    <a:pt x="5216906" y="154051"/>
                  </a:lnTo>
                  <a:cubicBezTo>
                    <a:pt x="5216906" y="75946"/>
                    <a:pt x="5153660" y="12700"/>
                    <a:pt x="5075555" y="12700"/>
                  </a:cubicBezTo>
                  <a:lnTo>
                    <a:pt x="154051" y="12700"/>
                  </a:lnTo>
                  <a:lnTo>
                    <a:pt x="154051" y="6350"/>
                  </a:lnTo>
                  <a:lnTo>
                    <a:pt x="154051" y="12700"/>
                  </a:lnTo>
                  <a:cubicBezTo>
                    <a:pt x="75946" y="12700"/>
                    <a:pt x="12700" y="75946"/>
                    <a:pt x="12700" y="154051"/>
                  </a:cubicBezTo>
                  <a:close/>
                </a:path>
              </a:pathLst>
            </a:custGeom>
            <a:solidFill>
              <a:srgbClr val="E5C1A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96280" y="5395912"/>
            <a:ext cx="3366195" cy="988814"/>
            <a:chOff x="0" y="0"/>
            <a:chExt cx="4488260" cy="131841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488260" cy="1318418"/>
            </a:xfrm>
            <a:custGeom>
              <a:avLst/>
              <a:gdLst/>
              <a:ahLst/>
              <a:cxnLst/>
              <a:rect l="l" t="t" r="r" b="b"/>
              <a:pathLst>
                <a:path w="4488260" h="1318418">
                  <a:moveTo>
                    <a:pt x="0" y="0"/>
                  </a:moveTo>
                  <a:lnTo>
                    <a:pt x="4488260" y="0"/>
                  </a:lnTo>
                  <a:lnTo>
                    <a:pt x="4488260" y="1318418"/>
                  </a:lnTo>
                  <a:lnTo>
                    <a:pt x="0" y="13184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4488260" cy="13279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75"/>
                </a:lnSpc>
              </a:pPr>
              <a:r>
                <a:rPr lang="en-US" sz="3062" b="1">
                  <a:solidFill>
                    <a:srgbClr val="000000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Automated Testing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96280" y="6542931"/>
            <a:ext cx="3366195" cy="843855"/>
            <a:chOff x="0" y="0"/>
            <a:chExt cx="4488260" cy="11251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488260" cy="1125140"/>
            </a:xfrm>
            <a:custGeom>
              <a:avLst/>
              <a:gdLst/>
              <a:ahLst/>
              <a:cxnLst/>
              <a:rect l="l" t="t" r="r" b="b"/>
              <a:pathLst>
                <a:path w="4488260" h="1125140">
                  <a:moveTo>
                    <a:pt x="0" y="0"/>
                  </a:moveTo>
                  <a:lnTo>
                    <a:pt x="4488260" y="0"/>
                  </a:lnTo>
                  <a:lnTo>
                    <a:pt x="4488260" y="1125140"/>
                  </a:lnTo>
                  <a:lnTo>
                    <a:pt x="0" y="1125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76200"/>
              <a:ext cx="4488260" cy="1201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Ensures code quality by automating tests.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094684" y="5117901"/>
            <a:ext cx="3922216" cy="4452045"/>
            <a:chOff x="0" y="0"/>
            <a:chExt cx="5229622" cy="5936060"/>
          </a:xfrm>
        </p:grpSpPr>
        <p:sp>
          <p:nvSpPr>
            <p:cNvPr id="30" name="Freeform 30"/>
            <p:cNvSpPr/>
            <p:nvPr/>
          </p:nvSpPr>
          <p:spPr>
            <a:xfrm>
              <a:off x="6350" y="6350"/>
              <a:ext cx="5216906" cy="5923407"/>
            </a:xfrm>
            <a:custGeom>
              <a:avLst/>
              <a:gdLst/>
              <a:ahLst/>
              <a:cxnLst/>
              <a:rect l="l" t="t" r="r" b="b"/>
              <a:pathLst>
                <a:path w="5216906" h="5923407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5069205" y="0"/>
                  </a:lnTo>
                  <a:cubicBezTo>
                    <a:pt x="5150739" y="0"/>
                    <a:pt x="5216906" y="66167"/>
                    <a:pt x="5216906" y="147701"/>
                  </a:cubicBezTo>
                  <a:lnTo>
                    <a:pt x="5216906" y="5775579"/>
                  </a:lnTo>
                  <a:cubicBezTo>
                    <a:pt x="5216906" y="5857113"/>
                    <a:pt x="5150739" y="5923280"/>
                    <a:pt x="5069205" y="5923280"/>
                  </a:cubicBezTo>
                  <a:lnTo>
                    <a:pt x="147701" y="5923280"/>
                  </a:lnTo>
                  <a:cubicBezTo>
                    <a:pt x="66167" y="5923407"/>
                    <a:pt x="0" y="5857240"/>
                    <a:pt x="0" y="5775579"/>
                  </a:cubicBezTo>
                  <a:close/>
                </a:path>
              </a:pathLst>
            </a:custGeom>
            <a:solidFill>
              <a:srgbClr val="FFDBC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5229606" cy="5936107"/>
            </a:xfrm>
            <a:custGeom>
              <a:avLst/>
              <a:gdLst/>
              <a:ahLst/>
              <a:cxnLst/>
              <a:rect l="l" t="t" r="r" b="b"/>
              <a:pathLst>
                <a:path w="5229606" h="5936107">
                  <a:moveTo>
                    <a:pt x="0" y="154051"/>
                  </a:moveTo>
                  <a:cubicBezTo>
                    <a:pt x="0" y="68961"/>
                    <a:pt x="68961" y="0"/>
                    <a:pt x="154051" y="0"/>
                  </a:cubicBezTo>
                  <a:lnTo>
                    <a:pt x="5075555" y="0"/>
                  </a:lnTo>
                  <a:lnTo>
                    <a:pt x="5075555" y="6350"/>
                  </a:lnTo>
                  <a:lnTo>
                    <a:pt x="5075555" y="0"/>
                  </a:lnTo>
                  <a:cubicBezTo>
                    <a:pt x="5160645" y="0"/>
                    <a:pt x="5229606" y="68961"/>
                    <a:pt x="5229606" y="154051"/>
                  </a:cubicBezTo>
                  <a:lnTo>
                    <a:pt x="5223256" y="154051"/>
                  </a:lnTo>
                  <a:lnTo>
                    <a:pt x="5229606" y="154051"/>
                  </a:lnTo>
                  <a:lnTo>
                    <a:pt x="5229606" y="5781929"/>
                  </a:lnTo>
                  <a:lnTo>
                    <a:pt x="5223256" y="5781929"/>
                  </a:lnTo>
                  <a:lnTo>
                    <a:pt x="5229606" y="5781929"/>
                  </a:lnTo>
                  <a:cubicBezTo>
                    <a:pt x="5229606" y="5867019"/>
                    <a:pt x="5160645" y="5935980"/>
                    <a:pt x="5075555" y="5935980"/>
                  </a:cubicBezTo>
                  <a:lnTo>
                    <a:pt x="5075555" y="5929630"/>
                  </a:lnTo>
                  <a:lnTo>
                    <a:pt x="5075555" y="5935980"/>
                  </a:lnTo>
                  <a:lnTo>
                    <a:pt x="154051" y="5935980"/>
                  </a:lnTo>
                  <a:lnTo>
                    <a:pt x="154051" y="5929630"/>
                  </a:lnTo>
                  <a:lnTo>
                    <a:pt x="154051" y="5935980"/>
                  </a:lnTo>
                  <a:cubicBezTo>
                    <a:pt x="68961" y="5936107"/>
                    <a:pt x="0" y="5867019"/>
                    <a:pt x="0" y="5781929"/>
                  </a:cubicBezTo>
                  <a:lnTo>
                    <a:pt x="0" y="154051"/>
                  </a:lnTo>
                  <a:lnTo>
                    <a:pt x="6350" y="154051"/>
                  </a:lnTo>
                  <a:lnTo>
                    <a:pt x="0" y="154051"/>
                  </a:lnTo>
                  <a:moveTo>
                    <a:pt x="12700" y="154051"/>
                  </a:moveTo>
                  <a:lnTo>
                    <a:pt x="12700" y="5781929"/>
                  </a:lnTo>
                  <a:lnTo>
                    <a:pt x="6350" y="5781929"/>
                  </a:lnTo>
                  <a:lnTo>
                    <a:pt x="12700" y="5781929"/>
                  </a:lnTo>
                  <a:cubicBezTo>
                    <a:pt x="12700" y="5860034"/>
                    <a:pt x="75946" y="5923280"/>
                    <a:pt x="154051" y="5923280"/>
                  </a:cubicBezTo>
                  <a:lnTo>
                    <a:pt x="5075555" y="5923280"/>
                  </a:lnTo>
                  <a:cubicBezTo>
                    <a:pt x="5153660" y="5923280"/>
                    <a:pt x="5216906" y="5860034"/>
                    <a:pt x="5216906" y="5781929"/>
                  </a:cubicBezTo>
                  <a:lnTo>
                    <a:pt x="5216906" y="154051"/>
                  </a:lnTo>
                  <a:cubicBezTo>
                    <a:pt x="5216906" y="75946"/>
                    <a:pt x="5153660" y="12700"/>
                    <a:pt x="5075555" y="12700"/>
                  </a:cubicBezTo>
                  <a:lnTo>
                    <a:pt x="154051" y="12700"/>
                  </a:lnTo>
                  <a:lnTo>
                    <a:pt x="154051" y="6350"/>
                  </a:lnTo>
                  <a:lnTo>
                    <a:pt x="154051" y="12700"/>
                  </a:lnTo>
                  <a:cubicBezTo>
                    <a:pt x="75946" y="12700"/>
                    <a:pt x="12700" y="75946"/>
                    <a:pt x="12700" y="154051"/>
                  </a:cubicBezTo>
                  <a:close/>
                </a:path>
              </a:pathLst>
            </a:custGeom>
            <a:solidFill>
              <a:srgbClr val="E5C1A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72695" y="5395912"/>
            <a:ext cx="3366195" cy="2472035"/>
            <a:chOff x="0" y="0"/>
            <a:chExt cx="4488260" cy="329604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488260" cy="3296047"/>
            </a:xfrm>
            <a:custGeom>
              <a:avLst/>
              <a:gdLst/>
              <a:ahLst/>
              <a:cxnLst/>
              <a:rect l="l" t="t" r="r" b="b"/>
              <a:pathLst>
                <a:path w="4488260" h="3296047">
                  <a:moveTo>
                    <a:pt x="0" y="0"/>
                  </a:moveTo>
                  <a:lnTo>
                    <a:pt x="4488260" y="0"/>
                  </a:lnTo>
                  <a:lnTo>
                    <a:pt x="4488260" y="3296047"/>
                  </a:lnTo>
                  <a:lnTo>
                    <a:pt x="0" y="32960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4488260" cy="33055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75"/>
                </a:lnSpc>
              </a:pPr>
              <a:r>
                <a:rPr lang="en-US" sz="3062" b="1">
                  <a:solidFill>
                    <a:srgbClr val="000000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Continuous Integration/Continuous Deployment (CI/CD)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72695" y="8026153"/>
            <a:ext cx="3366195" cy="1265784"/>
            <a:chOff x="0" y="0"/>
            <a:chExt cx="4488260" cy="168771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488260" cy="1687712"/>
            </a:xfrm>
            <a:custGeom>
              <a:avLst/>
              <a:gdLst/>
              <a:ahLst/>
              <a:cxnLst/>
              <a:rect l="l" t="t" r="r" b="b"/>
              <a:pathLst>
                <a:path w="4488260" h="1687712">
                  <a:moveTo>
                    <a:pt x="0" y="0"/>
                  </a:moveTo>
                  <a:lnTo>
                    <a:pt x="4488260" y="0"/>
                  </a:lnTo>
                  <a:lnTo>
                    <a:pt x="4488260" y="1687712"/>
                  </a:lnTo>
                  <a:lnTo>
                    <a:pt x="0" y="16877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76200"/>
              <a:ext cx="4488260" cy="17639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Automating the build, testing, and deployment processes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271099" y="5117901"/>
            <a:ext cx="3922216" cy="4452045"/>
            <a:chOff x="0" y="0"/>
            <a:chExt cx="5229622" cy="5936060"/>
          </a:xfrm>
        </p:grpSpPr>
        <p:sp>
          <p:nvSpPr>
            <p:cNvPr id="39" name="Freeform 39"/>
            <p:cNvSpPr/>
            <p:nvPr/>
          </p:nvSpPr>
          <p:spPr>
            <a:xfrm>
              <a:off x="6350" y="6350"/>
              <a:ext cx="5216906" cy="5923407"/>
            </a:xfrm>
            <a:custGeom>
              <a:avLst/>
              <a:gdLst/>
              <a:ahLst/>
              <a:cxnLst/>
              <a:rect l="l" t="t" r="r" b="b"/>
              <a:pathLst>
                <a:path w="5216906" h="5923407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5069205" y="0"/>
                  </a:lnTo>
                  <a:cubicBezTo>
                    <a:pt x="5150739" y="0"/>
                    <a:pt x="5216906" y="66167"/>
                    <a:pt x="5216906" y="147701"/>
                  </a:cubicBezTo>
                  <a:lnTo>
                    <a:pt x="5216906" y="5775579"/>
                  </a:lnTo>
                  <a:cubicBezTo>
                    <a:pt x="5216906" y="5857113"/>
                    <a:pt x="5150739" y="5923280"/>
                    <a:pt x="5069205" y="5923280"/>
                  </a:cubicBezTo>
                  <a:lnTo>
                    <a:pt x="147701" y="5923280"/>
                  </a:lnTo>
                  <a:cubicBezTo>
                    <a:pt x="66167" y="5923407"/>
                    <a:pt x="0" y="5857240"/>
                    <a:pt x="0" y="5775579"/>
                  </a:cubicBezTo>
                  <a:close/>
                </a:path>
              </a:pathLst>
            </a:custGeom>
            <a:solidFill>
              <a:srgbClr val="FFDBC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5229606" cy="5936107"/>
            </a:xfrm>
            <a:custGeom>
              <a:avLst/>
              <a:gdLst/>
              <a:ahLst/>
              <a:cxnLst/>
              <a:rect l="l" t="t" r="r" b="b"/>
              <a:pathLst>
                <a:path w="5229606" h="5936107">
                  <a:moveTo>
                    <a:pt x="0" y="154051"/>
                  </a:moveTo>
                  <a:cubicBezTo>
                    <a:pt x="0" y="68961"/>
                    <a:pt x="68961" y="0"/>
                    <a:pt x="154051" y="0"/>
                  </a:cubicBezTo>
                  <a:lnTo>
                    <a:pt x="5075555" y="0"/>
                  </a:lnTo>
                  <a:lnTo>
                    <a:pt x="5075555" y="6350"/>
                  </a:lnTo>
                  <a:lnTo>
                    <a:pt x="5075555" y="0"/>
                  </a:lnTo>
                  <a:cubicBezTo>
                    <a:pt x="5160645" y="0"/>
                    <a:pt x="5229606" y="68961"/>
                    <a:pt x="5229606" y="154051"/>
                  </a:cubicBezTo>
                  <a:lnTo>
                    <a:pt x="5223256" y="154051"/>
                  </a:lnTo>
                  <a:lnTo>
                    <a:pt x="5229606" y="154051"/>
                  </a:lnTo>
                  <a:lnTo>
                    <a:pt x="5229606" y="5781929"/>
                  </a:lnTo>
                  <a:lnTo>
                    <a:pt x="5223256" y="5781929"/>
                  </a:lnTo>
                  <a:lnTo>
                    <a:pt x="5229606" y="5781929"/>
                  </a:lnTo>
                  <a:cubicBezTo>
                    <a:pt x="5229606" y="5867019"/>
                    <a:pt x="5160645" y="5935980"/>
                    <a:pt x="5075555" y="5935980"/>
                  </a:cubicBezTo>
                  <a:lnTo>
                    <a:pt x="5075555" y="5929630"/>
                  </a:lnTo>
                  <a:lnTo>
                    <a:pt x="5075555" y="5935980"/>
                  </a:lnTo>
                  <a:lnTo>
                    <a:pt x="154051" y="5935980"/>
                  </a:lnTo>
                  <a:lnTo>
                    <a:pt x="154051" y="5929630"/>
                  </a:lnTo>
                  <a:lnTo>
                    <a:pt x="154051" y="5935980"/>
                  </a:lnTo>
                  <a:cubicBezTo>
                    <a:pt x="68961" y="5936107"/>
                    <a:pt x="0" y="5867019"/>
                    <a:pt x="0" y="5781929"/>
                  </a:cubicBezTo>
                  <a:lnTo>
                    <a:pt x="0" y="154051"/>
                  </a:lnTo>
                  <a:lnTo>
                    <a:pt x="6350" y="154051"/>
                  </a:lnTo>
                  <a:lnTo>
                    <a:pt x="0" y="154051"/>
                  </a:lnTo>
                  <a:moveTo>
                    <a:pt x="12700" y="154051"/>
                  </a:moveTo>
                  <a:lnTo>
                    <a:pt x="12700" y="5781929"/>
                  </a:lnTo>
                  <a:lnTo>
                    <a:pt x="6350" y="5781929"/>
                  </a:lnTo>
                  <a:lnTo>
                    <a:pt x="12700" y="5781929"/>
                  </a:lnTo>
                  <a:cubicBezTo>
                    <a:pt x="12700" y="5860034"/>
                    <a:pt x="75946" y="5923280"/>
                    <a:pt x="154051" y="5923280"/>
                  </a:cubicBezTo>
                  <a:lnTo>
                    <a:pt x="5075555" y="5923280"/>
                  </a:lnTo>
                  <a:cubicBezTo>
                    <a:pt x="5153660" y="5923280"/>
                    <a:pt x="5216906" y="5860034"/>
                    <a:pt x="5216906" y="5781929"/>
                  </a:cubicBezTo>
                  <a:lnTo>
                    <a:pt x="5216906" y="154051"/>
                  </a:lnTo>
                  <a:cubicBezTo>
                    <a:pt x="5216906" y="75946"/>
                    <a:pt x="5153660" y="12700"/>
                    <a:pt x="5075555" y="12700"/>
                  </a:cubicBezTo>
                  <a:lnTo>
                    <a:pt x="154051" y="12700"/>
                  </a:lnTo>
                  <a:lnTo>
                    <a:pt x="154051" y="6350"/>
                  </a:lnTo>
                  <a:lnTo>
                    <a:pt x="154051" y="12700"/>
                  </a:lnTo>
                  <a:cubicBezTo>
                    <a:pt x="75946" y="12700"/>
                    <a:pt x="12700" y="75946"/>
                    <a:pt x="12700" y="154051"/>
                  </a:cubicBezTo>
                  <a:close/>
                </a:path>
              </a:pathLst>
            </a:custGeom>
            <a:solidFill>
              <a:srgbClr val="E5C1A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49110" y="5395912"/>
            <a:ext cx="3366195" cy="988814"/>
            <a:chOff x="0" y="0"/>
            <a:chExt cx="4488260" cy="131841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488260" cy="1318418"/>
            </a:xfrm>
            <a:custGeom>
              <a:avLst/>
              <a:gdLst/>
              <a:ahLst/>
              <a:cxnLst/>
              <a:rect l="l" t="t" r="r" b="b"/>
              <a:pathLst>
                <a:path w="4488260" h="1318418">
                  <a:moveTo>
                    <a:pt x="0" y="0"/>
                  </a:moveTo>
                  <a:lnTo>
                    <a:pt x="4488260" y="0"/>
                  </a:lnTo>
                  <a:lnTo>
                    <a:pt x="4488260" y="1318418"/>
                  </a:lnTo>
                  <a:lnTo>
                    <a:pt x="0" y="13184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4488260" cy="13279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75"/>
                </a:lnSpc>
              </a:pPr>
              <a:r>
                <a:rPr lang="en-US" sz="3062" b="1">
                  <a:solidFill>
                    <a:srgbClr val="000000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Infrastructure Automation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49110" y="6542931"/>
            <a:ext cx="3366195" cy="843855"/>
            <a:chOff x="0" y="0"/>
            <a:chExt cx="4488260" cy="11251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488260" cy="1125140"/>
            </a:xfrm>
            <a:custGeom>
              <a:avLst/>
              <a:gdLst/>
              <a:ahLst/>
              <a:cxnLst/>
              <a:rect l="l" t="t" r="r" b="b"/>
              <a:pathLst>
                <a:path w="4488260" h="1125140">
                  <a:moveTo>
                    <a:pt x="0" y="0"/>
                  </a:moveTo>
                  <a:lnTo>
                    <a:pt x="4488260" y="0"/>
                  </a:lnTo>
                  <a:lnTo>
                    <a:pt x="4488260" y="1125140"/>
                  </a:lnTo>
                  <a:lnTo>
                    <a:pt x="0" y="1125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76200"/>
              <a:ext cx="4488260" cy="1201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Managing web servers and applications automatically.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447514" y="5117901"/>
            <a:ext cx="3922216" cy="4452045"/>
            <a:chOff x="0" y="0"/>
            <a:chExt cx="5229622" cy="5936060"/>
          </a:xfrm>
        </p:grpSpPr>
        <p:sp>
          <p:nvSpPr>
            <p:cNvPr id="48" name="Freeform 48"/>
            <p:cNvSpPr/>
            <p:nvPr/>
          </p:nvSpPr>
          <p:spPr>
            <a:xfrm>
              <a:off x="6350" y="6350"/>
              <a:ext cx="5216906" cy="5923407"/>
            </a:xfrm>
            <a:custGeom>
              <a:avLst/>
              <a:gdLst/>
              <a:ahLst/>
              <a:cxnLst/>
              <a:rect l="l" t="t" r="r" b="b"/>
              <a:pathLst>
                <a:path w="5216906" h="5923407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5069205" y="0"/>
                  </a:lnTo>
                  <a:cubicBezTo>
                    <a:pt x="5150739" y="0"/>
                    <a:pt x="5216906" y="66167"/>
                    <a:pt x="5216906" y="147701"/>
                  </a:cubicBezTo>
                  <a:lnTo>
                    <a:pt x="5216906" y="5775579"/>
                  </a:lnTo>
                  <a:cubicBezTo>
                    <a:pt x="5216906" y="5857113"/>
                    <a:pt x="5150739" y="5923280"/>
                    <a:pt x="5069205" y="5923280"/>
                  </a:cubicBezTo>
                  <a:lnTo>
                    <a:pt x="147701" y="5923280"/>
                  </a:lnTo>
                  <a:cubicBezTo>
                    <a:pt x="66167" y="5923407"/>
                    <a:pt x="0" y="5857240"/>
                    <a:pt x="0" y="5775579"/>
                  </a:cubicBezTo>
                  <a:close/>
                </a:path>
              </a:pathLst>
            </a:custGeom>
            <a:solidFill>
              <a:srgbClr val="FFDBC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0" y="0"/>
              <a:ext cx="5229606" cy="5936107"/>
            </a:xfrm>
            <a:custGeom>
              <a:avLst/>
              <a:gdLst/>
              <a:ahLst/>
              <a:cxnLst/>
              <a:rect l="l" t="t" r="r" b="b"/>
              <a:pathLst>
                <a:path w="5229606" h="5936107">
                  <a:moveTo>
                    <a:pt x="0" y="154051"/>
                  </a:moveTo>
                  <a:cubicBezTo>
                    <a:pt x="0" y="68961"/>
                    <a:pt x="68961" y="0"/>
                    <a:pt x="154051" y="0"/>
                  </a:cubicBezTo>
                  <a:lnTo>
                    <a:pt x="5075555" y="0"/>
                  </a:lnTo>
                  <a:lnTo>
                    <a:pt x="5075555" y="6350"/>
                  </a:lnTo>
                  <a:lnTo>
                    <a:pt x="5075555" y="0"/>
                  </a:lnTo>
                  <a:cubicBezTo>
                    <a:pt x="5160645" y="0"/>
                    <a:pt x="5229606" y="68961"/>
                    <a:pt x="5229606" y="154051"/>
                  </a:cubicBezTo>
                  <a:lnTo>
                    <a:pt x="5223256" y="154051"/>
                  </a:lnTo>
                  <a:lnTo>
                    <a:pt x="5229606" y="154051"/>
                  </a:lnTo>
                  <a:lnTo>
                    <a:pt x="5229606" y="5781929"/>
                  </a:lnTo>
                  <a:lnTo>
                    <a:pt x="5223256" y="5781929"/>
                  </a:lnTo>
                  <a:lnTo>
                    <a:pt x="5229606" y="5781929"/>
                  </a:lnTo>
                  <a:cubicBezTo>
                    <a:pt x="5229606" y="5867019"/>
                    <a:pt x="5160645" y="5935980"/>
                    <a:pt x="5075555" y="5935980"/>
                  </a:cubicBezTo>
                  <a:lnTo>
                    <a:pt x="5075555" y="5929630"/>
                  </a:lnTo>
                  <a:lnTo>
                    <a:pt x="5075555" y="5935980"/>
                  </a:lnTo>
                  <a:lnTo>
                    <a:pt x="154051" y="5935980"/>
                  </a:lnTo>
                  <a:lnTo>
                    <a:pt x="154051" y="5929630"/>
                  </a:lnTo>
                  <a:lnTo>
                    <a:pt x="154051" y="5935980"/>
                  </a:lnTo>
                  <a:cubicBezTo>
                    <a:pt x="68961" y="5936107"/>
                    <a:pt x="0" y="5867019"/>
                    <a:pt x="0" y="5781929"/>
                  </a:cubicBezTo>
                  <a:lnTo>
                    <a:pt x="0" y="154051"/>
                  </a:lnTo>
                  <a:lnTo>
                    <a:pt x="6350" y="154051"/>
                  </a:lnTo>
                  <a:lnTo>
                    <a:pt x="0" y="154051"/>
                  </a:lnTo>
                  <a:moveTo>
                    <a:pt x="12700" y="154051"/>
                  </a:moveTo>
                  <a:lnTo>
                    <a:pt x="12700" y="5781929"/>
                  </a:lnTo>
                  <a:lnTo>
                    <a:pt x="6350" y="5781929"/>
                  </a:lnTo>
                  <a:lnTo>
                    <a:pt x="12700" y="5781929"/>
                  </a:lnTo>
                  <a:cubicBezTo>
                    <a:pt x="12700" y="5860034"/>
                    <a:pt x="75946" y="5923280"/>
                    <a:pt x="154051" y="5923280"/>
                  </a:cubicBezTo>
                  <a:lnTo>
                    <a:pt x="5075555" y="5923280"/>
                  </a:lnTo>
                  <a:cubicBezTo>
                    <a:pt x="5153660" y="5923280"/>
                    <a:pt x="5216906" y="5860034"/>
                    <a:pt x="5216906" y="5781929"/>
                  </a:cubicBezTo>
                  <a:lnTo>
                    <a:pt x="5216906" y="154051"/>
                  </a:lnTo>
                  <a:cubicBezTo>
                    <a:pt x="5216906" y="75946"/>
                    <a:pt x="5153660" y="12700"/>
                    <a:pt x="5075555" y="12700"/>
                  </a:cubicBezTo>
                  <a:lnTo>
                    <a:pt x="154051" y="12700"/>
                  </a:lnTo>
                  <a:lnTo>
                    <a:pt x="154051" y="6350"/>
                  </a:lnTo>
                  <a:lnTo>
                    <a:pt x="154051" y="12700"/>
                  </a:lnTo>
                  <a:cubicBezTo>
                    <a:pt x="75946" y="12700"/>
                    <a:pt x="12700" y="75946"/>
                    <a:pt x="12700" y="154051"/>
                  </a:cubicBezTo>
                  <a:close/>
                </a:path>
              </a:pathLst>
            </a:custGeom>
            <a:solidFill>
              <a:srgbClr val="E5C1A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725525" y="5395912"/>
            <a:ext cx="3366195" cy="988814"/>
            <a:chOff x="0" y="0"/>
            <a:chExt cx="4488260" cy="131841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488260" cy="1318418"/>
            </a:xfrm>
            <a:custGeom>
              <a:avLst/>
              <a:gdLst/>
              <a:ahLst/>
              <a:cxnLst/>
              <a:rect l="l" t="t" r="r" b="b"/>
              <a:pathLst>
                <a:path w="4488260" h="1318418">
                  <a:moveTo>
                    <a:pt x="0" y="0"/>
                  </a:moveTo>
                  <a:lnTo>
                    <a:pt x="4488260" y="0"/>
                  </a:lnTo>
                  <a:lnTo>
                    <a:pt x="4488260" y="1318418"/>
                  </a:lnTo>
                  <a:lnTo>
                    <a:pt x="0" y="13184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4488260" cy="13279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75"/>
                </a:lnSpc>
              </a:pPr>
              <a:r>
                <a:rPr lang="en-US" sz="3062" b="1">
                  <a:solidFill>
                    <a:srgbClr val="000000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Monitoring &amp; Reporting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725525" y="6542931"/>
            <a:ext cx="3366195" cy="1687711"/>
            <a:chOff x="0" y="0"/>
            <a:chExt cx="4488260" cy="225028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488260" cy="2250282"/>
            </a:xfrm>
            <a:custGeom>
              <a:avLst/>
              <a:gdLst/>
              <a:ahLst/>
              <a:cxnLst/>
              <a:rect l="l" t="t" r="r" b="b"/>
              <a:pathLst>
                <a:path w="4488260" h="2250282">
                  <a:moveTo>
                    <a:pt x="0" y="0"/>
                  </a:moveTo>
                  <a:lnTo>
                    <a:pt x="4488260" y="0"/>
                  </a:lnTo>
                  <a:lnTo>
                    <a:pt x="4488260" y="2250282"/>
                  </a:lnTo>
                  <a:lnTo>
                    <a:pt x="0" y="22502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76200"/>
              <a:ext cx="4488260" cy="2326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Automating the monitoring of web applications to detect issues early in the software lifecycle.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3656" y="648935"/>
            <a:ext cx="14954230" cy="790337"/>
            <a:chOff x="0" y="0"/>
            <a:chExt cx="19938973" cy="10537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938972" cy="1053782"/>
            </a:xfrm>
            <a:custGeom>
              <a:avLst/>
              <a:gdLst/>
              <a:ahLst/>
              <a:cxnLst/>
              <a:rect l="l" t="t" r="r" b="b"/>
              <a:pathLst>
                <a:path w="19938972" h="1053782">
                  <a:moveTo>
                    <a:pt x="0" y="0"/>
                  </a:moveTo>
                  <a:lnTo>
                    <a:pt x="19938972" y="0"/>
                  </a:lnTo>
                  <a:lnTo>
                    <a:pt x="19938972" y="1053782"/>
                  </a:lnTo>
                  <a:lnTo>
                    <a:pt x="0" y="10537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9938973" cy="10823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25"/>
                </a:lnSpc>
              </a:pPr>
              <a:r>
                <a:rPr lang="en-US" sz="40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Benefits &amp; Challenges of Web Automation in DevOps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3656" y="1736800"/>
            <a:ext cx="16460689" cy="471660"/>
            <a:chOff x="0" y="0"/>
            <a:chExt cx="21947585" cy="6288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7584" cy="628880"/>
            </a:xfrm>
            <a:custGeom>
              <a:avLst/>
              <a:gdLst/>
              <a:ahLst/>
              <a:cxnLst/>
              <a:rect l="l" t="t" r="r" b="b"/>
              <a:pathLst>
                <a:path w="21947584" h="628880">
                  <a:moveTo>
                    <a:pt x="0" y="0"/>
                  </a:moveTo>
                  <a:lnTo>
                    <a:pt x="21947584" y="0"/>
                  </a:lnTo>
                  <a:lnTo>
                    <a:pt x="21947584" y="628880"/>
                  </a:lnTo>
                  <a:lnTo>
                    <a:pt x="0" y="628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1947585" cy="724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37"/>
                </a:lnSpc>
              </a:pPr>
              <a:r>
                <a:rPr lang="en-US" sz="22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When it comes to web automation, there are possible challenges along with the benefits on the upside.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08894" y="2598985"/>
            <a:ext cx="16470214" cy="3849290"/>
            <a:chOff x="0" y="0"/>
            <a:chExt cx="21960285" cy="51323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60332" cy="5132451"/>
            </a:xfrm>
            <a:custGeom>
              <a:avLst/>
              <a:gdLst/>
              <a:ahLst/>
              <a:cxnLst/>
              <a:rect l="l" t="t" r="r" b="b"/>
              <a:pathLst>
                <a:path w="21960332" h="5132451">
                  <a:moveTo>
                    <a:pt x="0" y="152527"/>
                  </a:moveTo>
                  <a:cubicBezTo>
                    <a:pt x="0" y="68326"/>
                    <a:pt x="68453" y="0"/>
                    <a:pt x="152781" y="0"/>
                  </a:cubicBezTo>
                  <a:lnTo>
                    <a:pt x="21807551" y="0"/>
                  </a:lnTo>
                  <a:lnTo>
                    <a:pt x="21807551" y="6350"/>
                  </a:lnTo>
                  <a:lnTo>
                    <a:pt x="21807551" y="0"/>
                  </a:lnTo>
                  <a:cubicBezTo>
                    <a:pt x="21891879" y="0"/>
                    <a:pt x="21960332" y="68326"/>
                    <a:pt x="21960332" y="152527"/>
                  </a:cubicBezTo>
                  <a:lnTo>
                    <a:pt x="21953982" y="152527"/>
                  </a:lnTo>
                  <a:lnTo>
                    <a:pt x="21960332" y="152527"/>
                  </a:lnTo>
                  <a:lnTo>
                    <a:pt x="21960332" y="4979924"/>
                  </a:lnTo>
                  <a:lnTo>
                    <a:pt x="21953982" y="4979924"/>
                  </a:lnTo>
                  <a:lnTo>
                    <a:pt x="21960332" y="4979924"/>
                  </a:lnTo>
                  <a:cubicBezTo>
                    <a:pt x="21960332" y="5064125"/>
                    <a:pt x="21891879" y="5132451"/>
                    <a:pt x="21807551" y="5132451"/>
                  </a:cubicBezTo>
                  <a:lnTo>
                    <a:pt x="21807551" y="5126101"/>
                  </a:lnTo>
                  <a:lnTo>
                    <a:pt x="21807551" y="5132451"/>
                  </a:lnTo>
                  <a:lnTo>
                    <a:pt x="152781" y="5132451"/>
                  </a:lnTo>
                  <a:lnTo>
                    <a:pt x="152781" y="5126101"/>
                  </a:lnTo>
                  <a:lnTo>
                    <a:pt x="152781" y="5132451"/>
                  </a:lnTo>
                  <a:cubicBezTo>
                    <a:pt x="68453" y="5132324"/>
                    <a:pt x="0" y="5064125"/>
                    <a:pt x="0" y="4979924"/>
                  </a:cubicBezTo>
                  <a:lnTo>
                    <a:pt x="0" y="152527"/>
                  </a:lnTo>
                  <a:lnTo>
                    <a:pt x="6350" y="152527"/>
                  </a:lnTo>
                  <a:lnTo>
                    <a:pt x="0" y="152527"/>
                  </a:lnTo>
                  <a:moveTo>
                    <a:pt x="12700" y="152527"/>
                  </a:moveTo>
                  <a:lnTo>
                    <a:pt x="12700" y="4979924"/>
                  </a:lnTo>
                  <a:lnTo>
                    <a:pt x="6350" y="4979924"/>
                  </a:lnTo>
                  <a:lnTo>
                    <a:pt x="12700" y="4979924"/>
                  </a:lnTo>
                  <a:cubicBezTo>
                    <a:pt x="12700" y="5057140"/>
                    <a:pt x="75438" y="5119751"/>
                    <a:pt x="152781" y="5119751"/>
                  </a:cubicBezTo>
                  <a:lnTo>
                    <a:pt x="21807551" y="5119751"/>
                  </a:lnTo>
                  <a:cubicBezTo>
                    <a:pt x="21884894" y="5119751"/>
                    <a:pt x="21947632" y="5057140"/>
                    <a:pt x="21947632" y="4979924"/>
                  </a:cubicBezTo>
                  <a:lnTo>
                    <a:pt x="21947632" y="152527"/>
                  </a:lnTo>
                  <a:cubicBezTo>
                    <a:pt x="21947632" y="75311"/>
                    <a:pt x="21884894" y="12700"/>
                    <a:pt x="21807551" y="12700"/>
                  </a:cubicBezTo>
                  <a:lnTo>
                    <a:pt x="152781" y="12700"/>
                  </a:lnTo>
                  <a:lnTo>
                    <a:pt x="152781" y="6350"/>
                  </a:lnTo>
                  <a:lnTo>
                    <a:pt x="152781" y="12700"/>
                  </a:lnTo>
                  <a:cubicBezTo>
                    <a:pt x="75438" y="12700"/>
                    <a:pt x="12700" y="75311"/>
                    <a:pt x="12700" y="152527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23181" y="2613272"/>
            <a:ext cx="16441639" cy="821531"/>
            <a:chOff x="0" y="0"/>
            <a:chExt cx="21922185" cy="10953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922232" cy="1095375"/>
            </a:xfrm>
            <a:custGeom>
              <a:avLst/>
              <a:gdLst/>
              <a:ahLst/>
              <a:cxnLst/>
              <a:rect l="l" t="t" r="r" b="b"/>
              <a:pathLst>
                <a:path w="21922232" h="1095375">
                  <a:moveTo>
                    <a:pt x="0" y="0"/>
                  </a:moveTo>
                  <a:lnTo>
                    <a:pt x="21922232" y="0"/>
                  </a:lnTo>
                  <a:lnTo>
                    <a:pt x="21922232" y="1095375"/>
                  </a:lnTo>
                  <a:lnTo>
                    <a:pt x="0" y="109537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073301" y="2779365"/>
            <a:ext cx="3915816" cy="489347"/>
            <a:chOff x="0" y="0"/>
            <a:chExt cx="5221088" cy="6524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221088" cy="652463"/>
            </a:xfrm>
            <a:custGeom>
              <a:avLst/>
              <a:gdLst/>
              <a:ahLst/>
              <a:cxnLst/>
              <a:rect l="l" t="t" r="r" b="b"/>
              <a:pathLst>
                <a:path w="5221088" h="652463">
                  <a:moveTo>
                    <a:pt x="0" y="0"/>
                  </a:moveTo>
                  <a:lnTo>
                    <a:pt x="5221088" y="0"/>
                  </a:lnTo>
                  <a:lnTo>
                    <a:pt x="5221088" y="652463"/>
                  </a:lnTo>
                  <a:lnTo>
                    <a:pt x="0" y="6524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5221088" cy="661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12"/>
                </a:lnSpc>
              </a:pPr>
              <a:r>
                <a:rPr lang="en-US" sz="30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Benefits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298882" y="2779365"/>
            <a:ext cx="3915816" cy="489347"/>
            <a:chOff x="0" y="0"/>
            <a:chExt cx="5221088" cy="65246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221088" cy="652463"/>
            </a:xfrm>
            <a:custGeom>
              <a:avLst/>
              <a:gdLst/>
              <a:ahLst/>
              <a:cxnLst/>
              <a:rect l="l" t="t" r="r" b="b"/>
              <a:pathLst>
                <a:path w="5221088" h="652463">
                  <a:moveTo>
                    <a:pt x="0" y="0"/>
                  </a:moveTo>
                  <a:lnTo>
                    <a:pt x="5221088" y="0"/>
                  </a:lnTo>
                  <a:lnTo>
                    <a:pt x="5221088" y="652463"/>
                  </a:lnTo>
                  <a:lnTo>
                    <a:pt x="0" y="6524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5221088" cy="661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12"/>
                </a:lnSpc>
              </a:pPr>
              <a:r>
                <a:rPr lang="en-US" sz="30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Challenges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23181" y="3434804"/>
            <a:ext cx="16441639" cy="749796"/>
            <a:chOff x="0" y="0"/>
            <a:chExt cx="21922185" cy="9997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22232" cy="999744"/>
            </a:xfrm>
            <a:custGeom>
              <a:avLst/>
              <a:gdLst/>
              <a:ahLst/>
              <a:cxnLst/>
              <a:rect l="l" t="t" r="r" b="b"/>
              <a:pathLst>
                <a:path w="21922232" h="999744">
                  <a:moveTo>
                    <a:pt x="0" y="0"/>
                  </a:moveTo>
                  <a:lnTo>
                    <a:pt x="21922232" y="0"/>
                  </a:lnTo>
                  <a:lnTo>
                    <a:pt x="21922232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84225" y="3600896"/>
            <a:ext cx="7693967" cy="471660"/>
            <a:chOff x="0" y="0"/>
            <a:chExt cx="10258623" cy="6288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258623" cy="628880"/>
            </a:xfrm>
            <a:custGeom>
              <a:avLst/>
              <a:gdLst/>
              <a:ahLst/>
              <a:cxnLst/>
              <a:rect l="l" t="t" r="r" b="b"/>
              <a:pathLst>
                <a:path w="10258623" h="628880">
                  <a:moveTo>
                    <a:pt x="0" y="0"/>
                  </a:moveTo>
                  <a:lnTo>
                    <a:pt x="10258623" y="0"/>
                  </a:lnTo>
                  <a:lnTo>
                    <a:pt x="10258623" y="628880"/>
                  </a:lnTo>
                  <a:lnTo>
                    <a:pt x="0" y="628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0"/>
              <a:ext cx="10258623" cy="724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37"/>
                </a:lnSpc>
              </a:pPr>
              <a:r>
                <a:rPr lang="en-US" sz="22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Increased Speed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09807" y="3600896"/>
            <a:ext cx="7693968" cy="471660"/>
            <a:chOff x="0" y="0"/>
            <a:chExt cx="10258623" cy="6288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258623" cy="628880"/>
            </a:xfrm>
            <a:custGeom>
              <a:avLst/>
              <a:gdLst/>
              <a:ahLst/>
              <a:cxnLst/>
              <a:rect l="l" t="t" r="r" b="b"/>
              <a:pathLst>
                <a:path w="10258623" h="628880">
                  <a:moveTo>
                    <a:pt x="0" y="0"/>
                  </a:moveTo>
                  <a:lnTo>
                    <a:pt x="10258623" y="0"/>
                  </a:lnTo>
                  <a:lnTo>
                    <a:pt x="10258623" y="628880"/>
                  </a:lnTo>
                  <a:lnTo>
                    <a:pt x="0" y="628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0"/>
              <a:ext cx="10258623" cy="724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37"/>
                </a:lnSpc>
              </a:pPr>
              <a:r>
                <a:rPr lang="en-US" sz="22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Tooling Complexity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23181" y="4184600"/>
            <a:ext cx="16441639" cy="749796"/>
            <a:chOff x="0" y="0"/>
            <a:chExt cx="21922185" cy="99972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922232" cy="999744"/>
            </a:xfrm>
            <a:custGeom>
              <a:avLst/>
              <a:gdLst/>
              <a:ahLst/>
              <a:cxnLst/>
              <a:rect l="l" t="t" r="r" b="b"/>
              <a:pathLst>
                <a:path w="21922232" h="999744">
                  <a:moveTo>
                    <a:pt x="0" y="0"/>
                  </a:moveTo>
                  <a:lnTo>
                    <a:pt x="21922232" y="0"/>
                  </a:lnTo>
                  <a:lnTo>
                    <a:pt x="21922232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84225" y="4350692"/>
            <a:ext cx="7693967" cy="471660"/>
            <a:chOff x="0" y="0"/>
            <a:chExt cx="10258623" cy="6288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258623" cy="628880"/>
            </a:xfrm>
            <a:custGeom>
              <a:avLst/>
              <a:gdLst/>
              <a:ahLst/>
              <a:cxnLst/>
              <a:rect l="l" t="t" r="r" b="b"/>
              <a:pathLst>
                <a:path w="10258623" h="628880">
                  <a:moveTo>
                    <a:pt x="0" y="0"/>
                  </a:moveTo>
                  <a:lnTo>
                    <a:pt x="10258623" y="0"/>
                  </a:lnTo>
                  <a:lnTo>
                    <a:pt x="10258623" y="628880"/>
                  </a:lnTo>
                  <a:lnTo>
                    <a:pt x="0" y="628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95250"/>
              <a:ext cx="10258623" cy="724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37"/>
                </a:lnSpc>
              </a:pPr>
              <a:r>
                <a:rPr lang="en-US" sz="22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Consistency and Reliability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409807" y="4350692"/>
            <a:ext cx="7693968" cy="471660"/>
            <a:chOff x="0" y="0"/>
            <a:chExt cx="10258623" cy="6288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258623" cy="628880"/>
            </a:xfrm>
            <a:custGeom>
              <a:avLst/>
              <a:gdLst/>
              <a:ahLst/>
              <a:cxnLst/>
              <a:rect l="l" t="t" r="r" b="b"/>
              <a:pathLst>
                <a:path w="10258623" h="628880">
                  <a:moveTo>
                    <a:pt x="0" y="0"/>
                  </a:moveTo>
                  <a:lnTo>
                    <a:pt x="10258623" y="0"/>
                  </a:lnTo>
                  <a:lnTo>
                    <a:pt x="10258623" y="628880"/>
                  </a:lnTo>
                  <a:lnTo>
                    <a:pt x="0" y="628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95250"/>
              <a:ext cx="10258623" cy="724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37"/>
                </a:lnSpc>
              </a:pPr>
              <a:r>
                <a:rPr lang="en-US" sz="22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Test Maintenance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23181" y="4934396"/>
            <a:ext cx="16441639" cy="749796"/>
            <a:chOff x="0" y="0"/>
            <a:chExt cx="21922185" cy="99972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922232" cy="999744"/>
            </a:xfrm>
            <a:custGeom>
              <a:avLst/>
              <a:gdLst/>
              <a:ahLst/>
              <a:cxnLst/>
              <a:rect l="l" t="t" r="r" b="b"/>
              <a:pathLst>
                <a:path w="21922232" h="999744">
                  <a:moveTo>
                    <a:pt x="0" y="0"/>
                  </a:moveTo>
                  <a:lnTo>
                    <a:pt x="21922232" y="0"/>
                  </a:lnTo>
                  <a:lnTo>
                    <a:pt x="21922232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84225" y="5100489"/>
            <a:ext cx="7693967" cy="471660"/>
            <a:chOff x="0" y="0"/>
            <a:chExt cx="10258623" cy="6288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258623" cy="628880"/>
            </a:xfrm>
            <a:custGeom>
              <a:avLst/>
              <a:gdLst/>
              <a:ahLst/>
              <a:cxnLst/>
              <a:rect l="l" t="t" r="r" b="b"/>
              <a:pathLst>
                <a:path w="10258623" h="628880">
                  <a:moveTo>
                    <a:pt x="0" y="0"/>
                  </a:moveTo>
                  <a:lnTo>
                    <a:pt x="10258623" y="0"/>
                  </a:lnTo>
                  <a:lnTo>
                    <a:pt x="10258623" y="628880"/>
                  </a:lnTo>
                  <a:lnTo>
                    <a:pt x="0" y="628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95250"/>
              <a:ext cx="10258623" cy="724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37"/>
                </a:lnSpc>
              </a:pPr>
              <a:r>
                <a:rPr lang="en-US" sz="22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Scalability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409807" y="5100489"/>
            <a:ext cx="7693968" cy="471660"/>
            <a:chOff x="0" y="0"/>
            <a:chExt cx="10258623" cy="62888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258623" cy="628880"/>
            </a:xfrm>
            <a:custGeom>
              <a:avLst/>
              <a:gdLst/>
              <a:ahLst/>
              <a:cxnLst/>
              <a:rect l="l" t="t" r="r" b="b"/>
              <a:pathLst>
                <a:path w="10258623" h="628880">
                  <a:moveTo>
                    <a:pt x="0" y="0"/>
                  </a:moveTo>
                  <a:lnTo>
                    <a:pt x="10258623" y="0"/>
                  </a:lnTo>
                  <a:lnTo>
                    <a:pt x="10258623" y="628880"/>
                  </a:lnTo>
                  <a:lnTo>
                    <a:pt x="0" y="628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95250"/>
              <a:ext cx="10258623" cy="724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37"/>
                </a:lnSpc>
              </a:pPr>
              <a:r>
                <a:rPr lang="en-US" sz="22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Performance Considerations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23181" y="5684192"/>
            <a:ext cx="16441639" cy="749796"/>
            <a:chOff x="0" y="0"/>
            <a:chExt cx="21922185" cy="99972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922232" cy="999744"/>
            </a:xfrm>
            <a:custGeom>
              <a:avLst/>
              <a:gdLst/>
              <a:ahLst/>
              <a:cxnLst/>
              <a:rect l="l" t="t" r="r" b="b"/>
              <a:pathLst>
                <a:path w="21922232" h="999744">
                  <a:moveTo>
                    <a:pt x="0" y="0"/>
                  </a:moveTo>
                  <a:lnTo>
                    <a:pt x="21922232" y="0"/>
                  </a:lnTo>
                  <a:lnTo>
                    <a:pt x="21922232" y="999744"/>
                  </a:lnTo>
                  <a:lnTo>
                    <a:pt x="0" y="99974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84225" y="5850285"/>
            <a:ext cx="7693967" cy="471660"/>
            <a:chOff x="0" y="0"/>
            <a:chExt cx="10258623" cy="62888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258623" cy="628880"/>
            </a:xfrm>
            <a:custGeom>
              <a:avLst/>
              <a:gdLst/>
              <a:ahLst/>
              <a:cxnLst/>
              <a:rect l="l" t="t" r="r" b="b"/>
              <a:pathLst>
                <a:path w="10258623" h="628880">
                  <a:moveTo>
                    <a:pt x="0" y="0"/>
                  </a:moveTo>
                  <a:lnTo>
                    <a:pt x="10258623" y="0"/>
                  </a:lnTo>
                  <a:lnTo>
                    <a:pt x="10258623" y="628880"/>
                  </a:lnTo>
                  <a:lnTo>
                    <a:pt x="0" y="628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0"/>
              <a:ext cx="10258623" cy="724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37"/>
                </a:lnSpc>
              </a:pPr>
              <a:r>
                <a:rPr lang="en-US" sz="22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Better Collaboration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409807" y="5850285"/>
            <a:ext cx="7693968" cy="471660"/>
            <a:chOff x="0" y="0"/>
            <a:chExt cx="10258623" cy="6288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258623" cy="628880"/>
            </a:xfrm>
            <a:custGeom>
              <a:avLst/>
              <a:gdLst/>
              <a:ahLst/>
              <a:cxnLst/>
              <a:rect l="l" t="t" r="r" b="b"/>
              <a:pathLst>
                <a:path w="10258623" h="628880">
                  <a:moveTo>
                    <a:pt x="0" y="0"/>
                  </a:moveTo>
                  <a:lnTo>
                    <a:pt x="10258623" y="0"/>
                  </a:lnTo>
                  <a:lnTo>
                    <a:pt x="10258623" y="628880"/>
                  </a:lnTo>
                  <a:lnTo>
                    <a:pt x="0" y="628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0"/>
              <a:ext cx="10258623" cy="724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37"/>
                </a:lnSpc>
              </a:pPr>
              <a:r>
                <a:rPr lang="en-US" sz="22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Security Risks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13656" y="7001694"/>
            <a:ext cx="3263056" cy="407938"/>
            <a:chOff x="0" y="0"/>
            <a:chExt cx="4350742" cy="543917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350742" cy="543917"/>
            </a:xfrm>
            <a:custGeom>
              <a:avLst/>
              <a:gdLst/>
              <a:ahLst/>
              <a:cxnLst/>
              <a:rect l="l" t="t" r="r" b="b"/>
              <a:pathLst>
                <a:path w="4350742" h="543917">
                  <a:moveTo>
                    <a:pt x="0" y="0"/>
                  </a:moveTo>
                  <a:lnTo>
                    <a:pt x="4350742" y="0"/>
                  </a:lnTo>
                  <a:lnTo>
                    <a:pt x="4350742" y="543917"/>
                  </a:lnTo>
                  <a:lnTo>
                    <a:pt x="0" y="5439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4350742" cy="5534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25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Best Practices: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13656" y="7634585"/>
            <a:ext cx="16460689" cy="433131"/>
            <a:chOff x="0" y="0"/>
            <a:chExt cx="21947585" cy="57750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1947584" cy="577508"/>
            </a:xfrm>
            <a:custGeom>
              <a:avLst/>
              <a:gdLst/>
              <a:ahLst/>
              <a:cxnLst/>
              <a:rect l="l" t="t" r="r" b="b"/>
              <a:pathLst>
                <a:path w="21947584" h="577508">
                  <a:moveTo>
                    <a:pt x="0" y="0"/>
                  </a:moveTo>
                  <a:lnTo>
                    <a:pt x="21947584" y="0"/>
                  </a:lnTo>
                  <a:lnTo>
                    <a:pt x="21947584" y="577508"/>
                  </a:lnTo>
                  <a:lnTo>
                    <a:pt x="0" y="5775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85725"/>
              <a:ext cx="21947585" cy="6632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6706" lvl="1" indent="-158353" algn="l">
                <a:lnSpc>
                  <a:spcPts val="3412"/>
                </a:lnSpc>
                <a:buFont typeface="Arial"/>
                <a:buChar char="•"/>
              </a:pPr>
              <a:r>
                <a:rPr lang="en-US" sz="2100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Modularize Automation Scripts:</a:t>
              </a:r>
              <a:r>
                <a:rPr lang="en-US" sz="210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Keep your automation scripts modular and reusable to save time.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13656" y="8143429"/>
            <a:ext cx="16460689" cy="433131"/>
            <a:chOff x="0" y="0"/>
            <a:chExt cx="21947585" cy="57750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1947584" cy="577508"/>
            </a:xfrm>
            <a:custGeom>
              <a:avLst/>
              <a:gdLst/>
              <a:ahLst/>
              <a:cxnLst/>
              <a:rect l="l" t="t" r="r" b="b"/>
              <a:pathLst>
                <a:path w="21947584" h="577508">
                  <a:moveTo>
                    <a:pt x="0" y="0"/>
                  </a:moveTo>
                  <a:lnTo>
                    <a:pt x="21947584" y="0"/>
                  </a:lnTo>
                  <a:lnTo>
                    <a:pt x="21947584" y="577508"/>
                  </a:lnTo>
                  <a:lnTo>
                    <a:pt x="0" y="5775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85725"/>
              <a:ext cx="21947585" cy="6632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6706" lvl="1" indent="-158353" algn="l">
                <a:lnSpc>
                  <a:spcPts val="3412"/>
                </a:lnSpc>
                <a:buFont typeface="Arial"/>
                <a:buChar char="•"/>
              </a:pPr>
              <a:r>
                <a:rPr lang="en-US" sz="2100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Integrate with CI/CD Tools:</a:t>
              </a:r>
              <a:r>
                <a:rPr lang="en-US" sz="210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Use web automation tools with CI/CD pipeline to get immediate feedback on code quality.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13656" y="8652272"/>
            <a:ext cx="16460689" cy="433131"/>
            <a:chOff x="0" y="0"/>
            <a:chExt cx="21947585" cy="57750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1947584" cy="577508"/>
            </a:xfrm>
            <a:custGeom>
              <a:avLst/>
              <a:gdLst/>
              <a:ahLst/>
              <a:cxnLst/>
              <a:rect l="l" t="t" r="r" b="b"/>
              <a:pathLst>
                <a:path w="21947584" h="577508">
                  <a:moveTo>
                    <a:pt x="0" y="0"/>
                  </a:moveTo>
                  <a:lnTo>
                    <a:pt x="21947584" y="0"/>
                  </a:lnTo>
                  <a:lnTo>
                    <a:pt x="21947584" y="577508"/>
                  </a:lnTo>
                  <a:lnTo>
                    <a:pt x="0" y="5775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85725"/>
              <a:ext cx="21947585" cy="6632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6706" lvl="1" indent="-158353" algn="l">
                <a:lnSpc>
                  <a:spcPts val="3412"/>
                </a:lnSpc>
                <a:buFont typeface="Arial"/>
                <a:buChar char="•"/>
              </a:pPr>
              <a:r>
                <a:rPr lang="en-US" sz="2100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Use Version Control:</a:t>
              </a:r>
              <a:r>
                <a:rPr lang="en-US" sz="210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Automate scripts and tests should be kept under version control to ensure changes are tracked.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13656" y="9161115"/>
            <a:ext cx="16460689" cy="433131"/>
            <a:chOff x="0" y="0"/>
            <a:chExt cx="21947585" cy="57750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1947584" cy="577508"/>
            </a:xfrm>
            <a:custGeom>
              <a:avLst/>
              <a:gdLst/>
              <a:ahLst/>
              <a:cxnLst/>
              <a:rect l="l" t="t" r="r" b="b"/>
              <a:pathLst>
                <a:path w="21947584" h="577508">
                  <a:moveTo>
                    <a:pt x="0" y="0"/>
                  </a:moveTo>
                  <a:lnTo>
                    <a:pt x="21947584" y="0"/>
                  </a:lnTo>
                  <a:lnTo>
                    <a:pt x="21947584" y="577508"/>
                  </a:lnTo>
                  <a:lnTo>
                    <a:pt x="0" y="5775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85725"/>
              <a:ext cx="21947585" cy="6632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6706" lvl="1" indent="-158353" algn="l">
                <a:lnSpc>
                  <a:spcPts val="3412"/>
                </a:lnSpc>
                <a:buFont typeface="Arial"/>
                <a:buChar char="•"/>
              </a:pPr>
              <a:r>
                <a:rPr lang="en-US" sz="2100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Monitor Automation Performance:</a:t>
              </a:r>
              <a:r>
                <a:rPr lang="en-US" sz="210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Regularly monitor the performance of your automation tests and scripts.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0046" y="286822"/>
            <a:ext cx="8047556" cy="675465"/>
            <a:chOff x="0" y="0"/>
            <a:chExt cx="10730075" cy="9006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30075" cy="900620"/>
            </a:xfrm>
            <a:custGeom>
              <a:avLst/>
              <a:gdLst/>
              <a:ahLst/>
              <a:cxnLst/>
              <a:rect l="l" t="t" r="r" b="b"/>
              <a:pathLst>
                <a:path w="10730075" h="900620">
                  <a:moveTo>
                    <a:pt x="0" y="0"/>
                  </a:moveTo>
                  <a:lnTo>
                    <a:pt x="10730075" y="0"/>
                  </a:lnTo>
                  <a:lnTo>
                    <a:pt x="10730075" y="900620"/>
                  </a:lnTo>
                  <a:lnTo>
                    <a:pt x="0" y="900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730075" cy="910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5"/>
                </a:lnSpc>
              </a:pPr>
              <a:r>
                <a:rPr lang="en-US" sz="3474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HTTP Requests and Responses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10046" y="1162312"/>
            <a:ext cx="17067908" cy="451847"/>
            <a:chOff x="0" y="0"/>
            <a:chExt cx="22757210" cy="6024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757209" cy="602462"/>
            </a:xfrm>
            <a:custGeom>
              <a:avLst/>
              <a:gdLst/>
              <a:ahLst/>
              <a:cxnLst/>
              <a:rect l="l" t="t" r="r" b="b"/>
              <a:pathLst>
                <a:path w="22757209" h="602462">
                  <a:moveTo>
                    <a:pt x="0" y="0"/>
                  </a:moveTo>
                  <a:lnTo>
                    <a:pt x="22757209" y="0"/>
                  </a:lnTo>
                  <a:lnTo>
                    <a:pt x="22757209" y="602462"/>
                  </a:lnTo>
                  <a:lnTo>
                    <a:pt x="0" y="602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2757210" cy="6786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72279" lvl="1" indent="-236139" algn="l">
                <a:lnSpc>
                  <a:spcPts val="3483"/>
                </a:lnSpc>
                <a:buFont typeface="Arial"/>
                <a:buChar char="•"/>
              </a:pPr>
              <a:r>
                <a:rPr lang="en-US" sz="21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HTTP stands for </a:t>
              </a:r>
              <a:r>
                <a:rPr lang="en-US" sz="2187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Hypertext Transfer Protocol</a:t>
              </a:r>
              <a:r>
                <a:rPr lang="en-US" sz="21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10046" y="1633835"/>
            <a:ext cx="17067908" cy="431504"/>
            <a:chOff x="0" y="0"/>
            <a:chExt cx="22757210" cy="57533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757209" cy="575339"/>
            </a:xfrm>
            <a:custGeom>
              <a:avLst/>
              <a:gdLst/>
              <a:ahLst/>
              <a:cxnLst/>
              <a:rect l="l" t="t" r="r" b="b"/>
              <a:pathLst>
                <a:path w="22757209" h="575339">
                  <a:moveTo>
                    <a:pt x="0" y="0"/>
                  </a:moveTo>
                  <a:lnTo>
                    <a:pt x="22757209" y="0"/>
                  </a:lnTo>
                  <a:lnTo>
                    <a:pt x="22757209" y="575339"/>
                  </a:lnTo>
                  <a:lnTo>
                    <a:pt x="0" y="5753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22757210" cy="670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6084" lvl="1" indent="-228042" algn="l">
                <a:lnSpc>
                  <a:spcPts val="3520"/>
                </a:lnSpc>
                <a:buFont typeface="Arial"/>
                <a:buChar char="•"/>
              </a:pPr>
              <a:r>
                <a:rPr lang="en-US" sz="21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It's the protocol used to request and transmit resources over the internet, such as HTML pages, images, videos etc.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10046" y="2077940"/>
            <a:ext cx="17067908" cy="869654"/>
            <a:chOff x="0" y="0"/>
            <a:chExt cx="22757210" cy="115953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757209" cy="1159539"/>
            </a:xfrm>
            <a:custGeom>
              <a:avLst/>
              <a:gdLst/>
              <a:ahLst/>
              <a:cxnLst/>
              <a:rect l="l" t="t" r="r" b="b"/>
              <a:pathLst>
                <a:path w="22757209" h="1159539">
                  <a:moveTo>
                    <a:pt x="0" y="0"/>
                  </a:moveTo>
                  <a:lnTo>
                    <a:pt x="22757209" y="0"/>
                  </a:lnTo>
                  <a:lnTo>
                    <a:pt x="22757209" y="1159539"/>
                  </a:lnTo>
                  <a:lnTo>
                    <a:pt x="0" y="11595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22757210" cy="12547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6084" lvl="1" indent="-228042" algn="l">
                <a:lnSpc>
                  <a:spcPts val="3520"/>
                </a:lnSpc>
                <a:buFont typeface="Arial"/>
                <a:buChar char="•"/>
              </a:pPr>
              <a:r>
                <a:rPr lang="en-US" sz="21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HTTP operates on a request-response model, an HTTP request is sent by a client (typically a web browser or an API client) to request a resource from a web server.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10046" y="2953926"/>
            <a:ext cx="17067908" cy="831869"/>
            <a:chOff x="0" y="0"/>
            <a:chExt cx="22757210" cy="110915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757209" cy="1109158"/>
            </a:xfrm>
            <a:custGeom>
              <a:avLst/>
              <a:gdLst/>
              <a:ahLst/>
              <a:cxnLst/>
              <a:rect l="l" t="t" r="r" b="b"/>
              <a:pathLst>
                <a:path w="22757209" h="1109158">
                  <a:moveTo>
                    <a:pt x="0" y="0"/>
                  </a:moveTo>
                  <a:lnTo>
                    <a:pt x="22757209" y="0"/>
                  </a:lnTo>
                  <a:lnTo>
                    <a:pt x="22757209" y="1109158"/>
                  </a:lnTo>
                  <a:lnTo>
                    <a:pt x="0" y="11091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22757210" cy="12044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34495" lvl="1" indent="-217247" algn="l">
                <a:lnSpc>
                  <a:spcPts val="3354"/>
                </a:lnSpc>
                <a:buFont typeface="Arial"/>
                <a:buChar char="•"/>
              </a:pPr>
              <a:r>
                <a:rPr lang="en-US" sz="20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An HTTP response is sent by a server in reply to an HTTP request. It contains the status of the request and any data that the server is returning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763560" y="3785794"/>
            <a:ext cx="4014252" cy="442927"/>
            <a:chOff x="0" y="0"/>
            <a:chExt cx="5352336" cy="59057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352336" cy="590570"/>
            </a:xfrm>
            <a:custGeom>
              <a:avLst/>
              <a:gdLst/>
              <a:ahLst/>
              <a:cxnLst/>
              <a:rect l="l" t="t" r="r" b="b"/>
              <a:pathLst>
                <a:path w="5352336" h="590570">
                  <a:moveTo>
                    <a:pt x="0" y="0"/>
                  </a:moveTo>
                  <a:lnTo>
                    <a:pt x="5352336" y="0"/>
                  </a:lnTo>
                  <a:lnTo>
                    <a:pt x="5352336" y="590570"/>
                  </a:lnTo>
                  <a:lnTo>
                    <a:pt x="0" y="5905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5352336" cy="6000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287" b="1" u="sng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Structure of HTTP Request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10046" y="4279106"/>
            <a:ext cx="8321279" cy="394033"/>
            <a:chOff x="0" y="0"/>
            <a:chExt cx="11095038" cy="52537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095038" cy="525378"/>
            </a:xfrm>
            <a:custGeom>
              <a:avLst/>
              <a:gdLst/>
              <a:ahLst/>
              <a:cxnLst/>
              <a:rect l="l" t="t" r="r" b="b"/>
              <a:pathLst>
                <a:path w="11095038" h="525378">
                  <a:moveTo>
                    <a:pt x="0" y="0"/>
                  </a:moveTo>
                  <a:lnTo>
                    <a:pt x="11095038" y="0"/>
                  </a:lnTo>
                  <a:lnTo>
                    <a:pt x="11095038" y="525378"/>
                  </a:lnTo>
                  <a:lnTo>
                    <a:pt x="0" y="525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11095038" cy="611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1912" u="sng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Request Line: 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10046" y="4714726"/>
            <a:ext cx="8321279" cy="394033"/>
            <a:chOff x="0" y="0"/>
            <a:chExt cx="11095038" cy="52537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095038" cy="525378"/>
            </a:xfrm>
            <a:custGeom>
              <a:avLst/>
              <a:gdLst/>
              <a:ahLst/>
              <a:cxnLst/>
              <a:rect l="l" t="t" r="r" b="b"/>
              <a:pathLst>
                <a:path w="11095038" h="525378">
                  <a:moveTo>
                    <a:pt x="0" y="0"/>
                  </a:moveTo>
                  <a:lnTo>
                    <a:pt x="11095038" y="0"/>
                  </a:lnTo>
                  <a:lnTo>
                    <a:pt x="11095038" y="525378"/>
                  </a:lnTo>
                  <a:lnTo>
                    <a:pt x="0" y="525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85725"/>
              <a:ext cx="11095038" cy="611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19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HTTP methods like GET, POST, PUT, DELETE.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10046" y="5150346"/>
            <a:ext cx="8321279" cy="394033"/>
            <a:chOff x="0" y="0"/>
            <a:chExt cx="11095038" cy="52537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095038" cy="525378"/>
            </a:xfrm>
            <a:custGeom>
              <a:avLst/>
              <a:gdLst/>
              <a:ahLst/>
              <a:cxnLst/>
              <a:rect l="l" t="t" r="r" b="b"/>
              <a:pathLst>
                <a:path w="11095038" h="525378">
                  <a:moveTo>
                    <a:pt x="0" y="0"/>
                  </a:moveTo>
                  <a:lnTo>
                    <a:pt x="11095038" y="0"/>
                  </a:lnTo>
                  <a:lnTo>
                    <a:pt x="11095038" y="525378"/>
                  </a:lnTo>
                  <a:lnTo>
                    <a:pt x="0" y="525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85725"/>
              <a:ext cx="11095038" cy="611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19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Request URL that identifies the resource being requested.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10046" y="5585966"/>
            <a:ext cx="8321279" cy="394033"/>
            <a:chOff x="0" y="0"/>
            <a:chExt cx="11095038" cy="52537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095038" cy="525378"/>
            </a:xfrm>
            <a:custGeom>
              <a:avLst/>
              <a:gdLst/>
              <a:ahLst/>
              <a:cxnLst/>
              <a:rect l="l" t="t" r="r" b="b"/>
              <a:pathLst>
                <a:path w="11095038" h="525378">
                  <a:moveTo>
                    <a:pt x="0" y="0"/>
                  </a:moveTo>
                  <a:lnTo>
                    <a:pt x="11095038" y="0"/>
                  </a:lnTo>
                  <a:lnTo>
                    <a:pt x="11095038" y="525378"/>
                  </a:lnTo>
                  <a:lnTo>
                    <a:pt x="0" y="525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85725"/>
              <a:ext cx="11095038" cy="611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1912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HTTP Version:</a:t>
              </a:r>
              <a:r>
                <a:rPr lang="en-US" sz="19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Specifies the version of HTTP being used. 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10046" y="6021586"/>
            <a:ext cx="8321279" cy="394033"/>
            <a:chOff x="0" y="0"/>
            <a:chExt cx="11095038" cy="52537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1095038" cy="525378"/>
            </a:xfrm>
            <a:custGeom>
              <a:avLst/>
              <a:gdLst/>
              <a:ahLst/>
              <a:cxnLst/>
              <a:rect l="l" t="t" r="r" b="b"/>
              <a:pathLst>
                <a:path w="11095038" h="525378">
                  <a:moveTo>
                    <a:pt x="0" y="0"/>
                  </a:moveTo>
                  <a:lnTo>
                    <a:pt x="11095038" y="0"/>
                  </a:lnTo>
                  <a:lnTo>
                    <a:pt x="11095038" y="525378"/>
                  </a:lnTo>
                  <a:lnTo>
                    <a:pt x="0" y="525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85725"/>
              <a:ext cx="11095038" cy="611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1912" u="sng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Headers: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10046" y="6457206"/>
            <a:ext cx="8321279" cy="794083"/>
            <a:chOff x="0" y="0"/>
            <a:chExt cx="11095038" cy="105877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095038" cy="1058778"/>
            </a:xfrm>
            <a:custGeom>
              <a:avLst/>
              <a:gdLst/>
              <a:ahLst/>
              <a:cxnLst/>
              <a:rect l="l" t="t" r="r" b="b"/>
              <a:pathLst>
                <a:path w="11095038" h="1058778">
                  <a:moveTo>
                    <a:pt x="0" y="0"/>
                  </a:moveTo>
                  <a:lnTo>
                    <a:pt x="11095038" y="0"/>
                  </a:lnTo>
                  <a:lnTo>
                    <a:pt x="11095038" y="1058778"/>
                  </a:lnTo>
                  <a:lnTo>
                    <a:pt x="0" y="10587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85725"/>
              <a:ext cx="11095038" cy="11445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19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Headers provide additional information about the request, such as the type of content being sent.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10046" y="7299751"/>
            <a:ext cx="8321279" cy="794083"/>
            <a:chOff x="0" y="0"/>
            <a:chExt cx="11095038" cy="105877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095038" cy="1058778"/>
            </a:xfrm>
            <a:custGeom>
              <a:avLst/>
              <a:gdLst/>
              <a:ahLst/>
              <a:cxnLst/>
              <a:rect l="l" t="t" r="r" b="b"/>
              <a:pathLst>
                <a:path w="11095038" h="1058778">
                  <a:moveTo>
                    <a:pt x="0" y="0"/>
                  </a:moveTo>
                  <a:lnTo>
                    <a:pt x="11095038" y="0"/>
                  </a:lnTo>
                  <a:lnTo>
                    <a:pt x="11095038" y="1058778"/>
                  </a:lnTo>
                  <a:lnTo>
                    <a:pt x="0" y="10587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85725"/>
              <a:ext cx="11095038" cy="11445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8427" lvl="1" indent="-144213" algn="l">
                <a:lnSpc>
                  <a:spcPts val="3187"/>
                </a:lnSpc>
                <a:buFont typeface="Arial"/>
                <a:buChar char="•"/>
              </a:pPr>
              <a:r>
                <a:rPr lang="en-US" sz="19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User-Agent: Specifies the client software making the request (e.g., a browser or a mobile app).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10046" y="8018264"/>
            <a:ext cx="8321279" cy="394033"/>
            <a:chOff x="0" y="0"/>
            <a:chExt cx="11095038" cy="52537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095038" cy="525378"/>
            </a:xfrm>
            <a:custGeom>
              <a:avLst/>
              <a:gdLst/>
              <a:ahLst/>
              <a:cxnLst/>
              <a:rect l="l" t="t" r="r" b="b"/>
              <a:pathLst>
                <a:path w="11095038" h="525378">
                  <a:moveTo>
                    <a:pt x="0" y="0"/>
                  </a:moveTo>
                  <a:lnTo>
                    <a:pt x="11095038" y="0"/>
                  </a:lnTo>
                  <a:lnTo>
                    <a:pt x="11095038" y="525378"/>
                  </a:lnTo>
                  <a:lnTo>
                    <a:pt x="0" y="525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85725"/>
              <a:ext cx="11095038" cy="611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8427" lvl="1" indent="-144213" algn="l">
                <a:lnSpc>
                  <a:spcPts val="3187"/>
                </a:lnSpc>
                <a:buFont typeface="Arial"/>
                <a:buChar char="•"/>
              </a:pPr>
              <a:r>
                <a:rPr lang="en-US" sz="19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Content-Type: Specifies the type of data being sent in the request body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10046" y="8609141"/>
            <a:ext cx="8321279" cy="394033"/>
            <a:chOff x="0" y="0"/>
            <a:chExt cx="11095038" cy="52537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1095038" cy="525378"/>
            </a:xfrm>
            <a:custGeom>
              <a:avLst/>
              <a:gdLst/>
              <a:ahLst/>
              <a:cxnLst/>
              <a:rect l="l" t="t" r="r" b="b"/>
              <a:pathLst>
                <a:path w="11095038" h="525378">
                  <a:moveTo>
                    <a:pt x="0" y="0"/>
                  </a:moveTo>
                  <a:lnTo>
                    <a:pt x="11095038" y="0"/>
                  </a:lnTo>
                  <a:lnTo>
                    <a:pt x="11095038" y="525378"/>
                  </a:lnTo>
                  <a:lnTo>
                    <a:pt x="0" y="525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85725"/>
              <a:ext cx="11095038" cy="611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1912" u="sng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Request Body: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10046" y="9044434"/>
            <a:ext cx="8321279" cy="794083"/>
            <a:chOff x="0" y="0"/>
            <a:chExt cx="11095038" cy="105877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095038" cy="1058778"/>
            </a:xfrm>
            <a:custGeom>
              <a:avLst/>
              <a:gdLst/>
              <a:ahLst/>
              <a:cxnLst/>
              <a:rect l="l" t="t" r="r" b="b"/>
              <a:pathLst>
                <a:path w="11095038" h="1058778">
                  <a:moveTo>
                    <a:pt x="0" y="0"/>
                  </a:moveTo>
                  <a:lnTo>
                    <a:pt x="11095038" y="0"/>
                  </a:lnTo>
                  <a:lnTo>
                    <a:pt x="11095038" y="1058778"/>
                  </a:lnTo>
                  <a:lnTo>
                    <a:pt x="0" y="10587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85725"/>
              <a:ext cx="11095038" cy="11445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19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Contains data as Some HTTP methods, like POST or PUT, may contain a body that sends data to the server.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1146315" y="3779029"/>
            <a:ext cx="4761049" cy="442927"/>
            <a:chOff x="0" y="0"/>
            <a:chExt cx="6348065" cy="59057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348064" cy="590570"/>
            </a:xfrm>
            <a:custGeom>
              <a:avLst/>
              <a:gdLst/>
              <a:ahLst/>
              <a:cxnLst/>
              <a:rect l="l" t="t" r="r" b="b"/>
              <a:pathLst>
                <a:path w="6348064" h="590570">
                  <a:moveTo>
                    <a:pt x="0" y="0"/>
                  </a:moveTo>
                  <a:lnTo>
                    <a:pt x="6348064" y="0"/>
                  </a:lnTo>
                  <a:lnTo>
                    <a:pt x="6348064" y="590570"/>
                  </a:lnTo>
                  <a:lnTo>
                    <a:pt x="0" y="5905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6348065" cy="6000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287" b="1" u="sng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Structure of  HTTP Response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366200" y="4279106"/>
            <a:ext cx="8321279" cy="394033"/>
            <a:chOff x="0" y="0"/>
            <a:chExt cx="11095038" cy="52537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095038" cy="525378"/>
            </a:xfrm>
            <a:custGeom>
              <a:avLst/>
              <a:gdLst/>
              <a:ahLst/>
              <a:cxnLst/>
              <a:rect l="l" t="t" r="r" b="b"/>
              <a:pathLst>
                <a:path w="11095038" h="525378">
                  <a:moveTo>
                    <a:pt x="0" y="0"/>
                  </a:moveTo>
                  <a:lnTo>
                    <a:pt x="11095038" y="0"/>
                  </a:lnTo>
                  <a:lnTo>
                    <a:pt x="11095038" y="525378"/>
                  </a:lnTo>
                  <a:lnTo>
                    <a:pt x="0" y="525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85725"/>
              <a:ext cx="11095038" cy="611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1912" u="sng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Status Line: 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366200" y="4714726"/>
            <a:ext cx="8321279" cy="394033"/>
            <a:chOff x="0" y="0"/>
            <a:chExt cx="11095038" cy="52537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1095038" cy="525378"/>
            </a:xfrm>
            <a:custGeom>
              <a:avLst/>
              <a:gdLst/>
              <a:ahLst/>
              <a:cxnLst/>
              <a:rect l="l" t="t" r="r" b="b"/>
              <a:pathLst>
                <a:path w="11095038" h="525378">
                  <a:moveTo>
                    <a:pt x="0" y="0"/>
                  </a:moveTo>
                  <a:lnTo>
                    <a:pt x="11095038" y="0"/>
                  </a:lnTo>
                  <a:lnTo>
                    <a:pt x="11095038" y="525378"/>
                  </a:lnTo>
                  <a:lnTo>
                    <a:pt x="0" y="525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85725"/>
              <a:ext cx="11095038" cy="611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8427" lvl="1" indent="-144213" algn="l">
                <a:lnSpc>
                  <a:spcPts val="3187"/>
                </a:lnSpc>
                <a:buFont typeface="Arial"/>
                <a:buChar char="•"/>
              </a:pPr>
              <a:r>
                <a:rPr lang="en-US" sz="1912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HTTP Version:</a:t>
              </a:r>
              <a:r>
                <a:rPr lang="en-US" sz="19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Version of HTTP used by the server.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366200" y="5054353"/>
            <a:ext cx="8321279" cy="394033"/>
            <a:chOff x="0" y="0"/>
            <a:chExt cx="11095038" cy="52537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1095038" cy="525378"/>
            </a:xfrm>
            <a:custGeom>
              <a:avLst/>
              <a:gdLst/>
              <a:ahLst/>
              <a:cxnLst/>
              <a:rect l="l" t="t" r="r" b="b"/>
              <a:pathLst>
                <a:path w="11095038" h="525378">
                  <a:moveTo>
                    <a:pt x="0" y="0"/>
                  </a:moveTo>
                  <a:lnTo>
                    <a:pt x="11095038" y="0"/>
                  </a:lnTo>
                  <a:lnTo>
                    <a:pt x="11095038" y="525378"/>
                  </a:lnTo>
                  <a:lnTo>
                    <a:pt x="0" y="525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85725"/>
              <a:ext cx="11095038" cy="611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8427" lvl="1" indent="-144213" algn="l">
                <a:lnSpc>
                  <a:spcPts val="3187"/>
                </a:lnSpc>
                <a:buFont typeface="Arial"/>
                <a:buChar char="•"/>
              </a:pPr>
              <a:r>
                <a:rPr lang="en-US" sz="1912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Status Code:</a:t>
              </a:r>
              <a:r>
                <a:rPr lang="en-US" sz="19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3-digit code indicating the result of request.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366200" y="5393978"/>
            <a:ext cx="8321279" cy="394033"/>
            <a:chOff x="0" y="0"/>
            <a:chExt cx="11095038" cy="52537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1095038" cy="525378"/>
            </a:xfrm>
            <a:custGeom>
              <a:avLst/>
              <a:gdLst/>
              <a:ahLst/>
              <a:cxnLst/>
              <a:rect l="l" t="t" r="r" b="b"/>
              <a:pathLst>
                <a:path w="11095038" h="525378">
                  <a:moveTo>
                    <a:pt x="0" y="0"/>
                  </a:moveTo>
                  <a:lnTo>
                    <a:pt x="11095038" y="0"/>
                  </a:lnTo>
                  <a:lnTo>
                    <a:pt x="11095038" y="525378"/>
                  </a:lnTo>
                  <a:lnTo>
                    <a:pt x="0" y="525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85725"/>
              <a:ext cx="11095038" cy="611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8427" lvl="1" indent="-144213" algn="l">
                <a:lnSpc>
                  <a:spcPts val="3187"/>
                </a:lnSpc>
                <a:buFont typeface="Arial"/>
                <a:buChar char="•"/>
              </a:pPr>
              <a:r>
                <a:rPr lang="en-US" sz="1912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Status Message:</a:t>
              </a:r>
              <a:r>
                <a:rPr lang="en-US" sz="19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A brief description of the status code.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366200" y="5733604"/>
            <a:ext cx="8321279" cy="375295"/>
            <a:chOff x="0" y="0"/>
            <a:chExt cx="11095038" cy="500393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1095038" cy="500393"/>
            </a:xfrm>
            <a:custGeom>
              <a:avLst/>
              <a:gdLst/>
              <a:ahLst/>
              <a:cxnLst/>
              <a:rect l="l" t="t" r="r" b="b"/>
              <a:pathLst>
                <a:path w="11095038" h="500393">
                  <a:moveTo>
                    <a:pt x="0" y="0"/>
                  </a:moveTo>
                  <a:lnTo>
                    <a:pt x="11095038" y="0"/>
                  </a:lnTo>
                  <a:lnTo>
                    <a:pt x="11095038" y="500393"/>
                  </a:lnTo>
                  <a:lnTo>
                    <a:pt x="0" y="5003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123825"/>
              <a:ext cx="11095038" cy="624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8427" lvl="1" indent="-144213" algn="l">
                <a:lnSpc>
                  <a:spcPts val="3187"/>
                </a:lnSpc>
                <a:buFont typeface="Arial"/>
                <a:buChar char="•"/>
              </a:pPr>
              <a:r>
                <a:rPr lang="en-US" sz="1912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Ex: HTTP/1.1 200 OK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366200" y="6169224"/>
            <a:ext cx="8321279" cy="394033"/>
            <a:chOff x="0" y="0"/>
            <a:chExt cx="11095038" cy="52537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1095038" cy="525378"/>
            </a:xfrm>
            <a:custGeom>
              <a:avLst/>
              <a:gdLst/>
              <a:ahLst/>
              <a:cxnLst/>
              <a:rect l="l" t="t" r="r" b="b"/>
              <a:pathLst>
                <a:path w="11095038" h="525378">
                  <a:moveTo>
                    <a:pt x="0" y="0"/>
                  </a:moveTo>
                  <a:lnTo>
                    <a:pt x="11095038" y="0"/>
                  </a:lnTo>
                  <a:lnTo>
                    <a:pt x="11095038" y="525378"/>
                  </a:lnTo>
                  <a:lnTo>
                    <a:pt x="0" y="525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85725"/>
              <a:ext cx="11095038" cy="611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1912" u="sng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Headers: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366200" y="6604844"/>
            <a:ext cx="8321279" cy="794083"/>
            <a:chOff x="0" y="0"/>
            <a:chExt cx="11095038" cy="105877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1095038" cy="1058778"/>
            </a:xfrm>
            <a:custGeom>
              <a:avLst/>
              <a:gdLst/>
              <a:ahLst/>
              <a:cxnLst/>
              <a:rect l="l" t="t" r="r" b="b"/>
              <a:pathLst>
                <a:path w="11095038" h="1058778">
                  <a:moveTo>
                    <a:pt x="0" y="0"/>
                  </a:moveTo>
                  <a:lnTo>
                    <a:pt x="11095038" y="0"/>
                  </a:lnTo>
                  <a:lnTo>
                    <a:pt x="11095038" y="1058778"/>
                  </a:lnTo>
                  <a:lnTo>
                    <a:pt x="0" y="10587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85725"/>
              <a:ext cx="11095038" cy="11445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19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Like HTTP requests, HTTP responses also include headers that provide additional information about the response.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366200" y="7319219"/>
            <a:ext cx="8321279" cy="394033"/>
            <a:chOff x="0" y="0"/>
            <a:chExt cx="11095038" cy="52537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1095038" cy="525378"/>
            </a:xfrm>
            <a:custGeom>
              <a:avLst/>
              <a:gdLst/>
              <a:ahLst/>
              <a:cxnLst/>
              <a:rect l="l" t="t" r="r" b="b"/>
              <a:pathLst>
                <a:path w="11095038" h="525378">
                  <a:moveTo>
                    <a:pt x="0" y="0"/>
                  </a:moveTo>
                  <a:lnTo>
                    <a:pt x="11095038" y="0"/>
                  </a:lnTo>
                  <a:lnTo>
                    <a:pt x="11095038" y="525378"/>
                  </a:lnTo>
                  <a:lnTo>
                    <a:pt x="0" y="525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85725"/>
              <a:ext cx="11095038" cy="611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8427" lvl="1" indent="-144213" algn="l">
                <a:lnSpc>
                  <a:spcPts val="3187"/>
                </a:lnSpc>
                <a:buFont typeface="Arial"/>
                <a:buChar char="•"/>
              </a:pPr>
              <a:r>
                <a:rPr lang="en-US" sz="19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Content-Length: The size of the response body.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366200" y="7658844"/>
            <a:ext cx="8321279" cy="394033"/>
            <a:chOff x="0" y="0"/>
            <a:chExt cx="11095038" cy="52537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1095038" cy="525378"/>
            </a:xfrm>
            <a:custGeom>
              <a:avLst/>
              <a:gdLst/>
              <a:ahLst/>
              <a:cxnLst/>
              <a:rect l="l" t="t" r="r" b="b"/>
              <a:pathLst>
                <a:path w="11095038" h="525378">
                  <a:moveTo>
                    <a:pt x="0" y="0"/>
                  </a:moveTo>
                  <a:lnTo>
                    <a:pt x="11095038" y="0"/>
                  </a:lnTo>
                  <a:lnTo>
                    <a:pt x="11095038" y="525378"/>
                  </a:lnTo>
                  <a:lnTo>
                    <a:pt x="0" y="525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85725"/>
              <a:ext cx="11095038" cy="611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8427" lvl="1" indent="-144213" algn="l">
                <a:lnSpc>
                  <a:spcPts val="3187"/>
                </a:lnSpc>
                <a:buFont typeface="Arial"/>
                <a:buChar char="•"/>
              </a:pPr>
              <a:r>
                <a:rPr lang="en-US" sz="19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Location: Used in redirections (e.g., 301 status code).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366200" y="8094464"/>
            <a:ext cx="8321279" cy="394033"/>
            <a:chOff x="0" y="0"/>
            <a:chExt cx="11095038" cy="525378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1095038" cy="525378"/>
            </a:xfrm>
            <a:custGeom>
              <a:avLst/>
              <a:gdLst/>
              <a:ahLst/>
              <a:cxnLst/>
              <a:rect l="l" t="t" r="r" b="b"/>
              <a:pathLst>
                <a:path w="11095038" h="525378">
                  <a:moveTo>
                    <a:pt x="0" y="0"/>
                  </a:moveTo>
                  <a:lnTo>
                    <a:pt x="11095038" y="0"/>
                  </a:lnTo>
                  <a:lnTo>
                    <a:pt x="11095038" y="525378"/>
                  </a:lnTo>
                  <a:lnTo>
                    <a:pt x="0" y="525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85725"/>
              <a:ext cx="11095038" cy="611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1912" u="sng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Response Body: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9366200" y="8530084"/>
            <a:ext cx="8321279" cy="394033"/>
            <a:chOff x="0" y="0"/>
            <a:chExt cx="11095038" cy="52537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1095038" cy="525378"/>
            </a:xfrm>
            <a:custGeom>
              <a:avLst/>
              <a:gdLst/>
              <a:ahLst/>
              <a:cxnLst/>
              <a:rect l="l" t="t" r="r" b="b"/>
              <a:pathLst>
                <a:path w="11095038" h="525378">
                  <a:moveTo>
                    <a:pt x="0" y="0"/>
                  </a:moveTo>
                  <a:lnTo>
                    <a:pt x="11095038" y="0"/>
                  </a:lnTo>
                  <a:lnTo>
                    <a:pt x="11095038" y="525378"/>
                  </a:lnTo>
                  <a:lnTo>
                    <a:pt x="0" y="525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85725"/>
              <a:ext cx="11095038" cy="611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19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The body of the response contains the data returned by the server, like: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366200" y="8965704"/>
            <a:ext cx="8321279" cy="394033"/>
            <a:chOff x="0" y="0"/>
            <a:chExt cx="11095038" cy="525378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1095038" cy="525378"/>
            </a:xfrm>
            <a:custGeom>
              <a:avLst/>
              <a:gdLst/>
              <a:ahLst/>
              <a:cxnLst/>
              <a:rect l="l" t="t" r="r" b="b"/>
              <a:pathLst>
                <a:path w="11095038" h="525378">
                  <a:moveTo>
                    <a:pt x="0" y="0"/>
                  </a:moveTo>
                  <a:lnTo>
                    <a:pt x="11095038" y="0"/>
                  </a:lnTo>
                  <a:lnTo>
                    <a:pt x="11095038" y="525378"/>
                  </a:lnTo>
                  <a:lnTo>
                    <a:pt x="0" y="525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85725"/>
              <a:ext cx="11095038" cy="611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8427" lvl="1" indent="-144213" algn="l">
                <a:lnSpc>
                  <a:spcPts val="3187"/>
                </a:lnSpc>
                <a:buFont typeface="Arial"/>
                <a:buChar char="•"/>
              </a:pPr>
              <a:r>
                <a:rPr lang="en-US" sz="19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HTML content for web pages.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366200" y="9305330"/>
            <a:ext cx="8321279" cy="394033"/>
            <a:chOff x="0" y="0"/>
            <a:chExt cx="11095038" cy="525378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1095038" cy="525378"/>
            </a:xfrm>
            <a:custGeom>
              <a:avLst/>
              <a:gdLst/>
              <a:ahLst/>
              <a:cxnLst/>
              <a:rect l="l" t="t" r="r" b="b"/>
              <a:pathLst>
                <a:path w="11095038" h="525378">
                  <a:moveTo>
                    <a:pt x="0" y="0"/>
                  </a:moveTo>
                  <a:lnTo>
                    <a:pt x="11095038" y="0"/>
                  </a:lnTo>
                  <a:lnTo>
                    <a:pt x="11095038" y="525378"/>
                  </a:lnTo>
                  <a:lnTo>
                    <a:pt x="0" y="525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85725"/>
              <a:ext cx="11095038" cy="611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8427" lvl="1" indent="-144213" algn="l">
                <a:lnSpc>
                  <a:spcPts val="3187"/>
                </a:lnSpc>
                <a:buFont typeface="Arial"/>
                <a:buChar char="•"/>
              </a:pPr>
              <a:r>
                <a:rPr lang="en-US" sz="19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Images or videos, plain text, PDF files, etc.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80991" y="592470"/>
            <a:ext cx="10526017" cy="626878"/>
            <a:chOff x="0" y="0"/>
            <a:chExt cx="14034690" cy="8358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34691" cy="835838"/>
            </a:xfrm>
            <a:custGeom>
              <a:avLst/>
              <a:gdLst/>
              <a:ahLst/>
              <a:cxnLst/>
              <a:rect l="l" t="t" r="r" b="b"/>
              <a:pathLst>
                <a:path w="14034691" h="835838">
                  <a:moveTo>
                    <a:pt x="0" y="0"/>
                  </a:moveTo>
                  <a:lnTo>
                    <a:pt x="14034691" y="0"/>
                  </a:lnTo>
                  <a:lnTo>
                    <a:pt x="14034691" y="835838"/>
                  </a:lnTo>
                  <a:lnTo>
                    <a:pt x="0" y="835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4034690" cy="8453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99"/>
                </a:lnSpc>
              </a:pPr>
              <a:r>
                <a:rPr lang="en-US" sz="3225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Commonly used Status codes &amp; Request Headers.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2795" y="1590824"/>
            <a:ext cx="16902410" cy="2967781"/>
            <a:chOff x="0" y="0"/>
            <a:chExt cx="22536547" cy="39570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536531" cy="3957066"/>
            </a:xfrm>
            <a:custGeom>
              <a:avLst/>
              <a:gdLst/>
              <a:ahLst/>
              <a:cxnLst/>
              <a:rect l="l" t="t" r="r" b="b"/>
              <a:pathLst>
                <a:path w="22536531" h="3957066">
                  <a:moveTo>
                    <a:pt x="0" y="117983"/>
                  </a:moveTo>
                  <a:cubicBezTo>
                    <a:pt x="0" y="52832"/>
                    <a:pt x="52959" y="0"/>
                    <a:pt x="118237" y="0"/>
                  </a:cubicBezTo>
                  <a:lnTo>
                    <a:pt x="22418294" y="0"/>
                  </a:lnTo>
                  <a:lnTo>
                    <a:pt x="22418294" y="6350"/>
                  </a:lnTo>
                  <a:lnTo>
                    <a:pt x="22418294" y="0"/>
                  </a:lnTo>
                  <a:cubicBezTo>
                    <a:pt x="22483572" y="0"/>
                    <a:pt x="22536531" y="52832"/>
                    <a:pt x="22536531" y="117983"/>
                  </a:cubicBezTo>
                  <a:lnTo>
                    <a:pt x="22530181" y="117983"/>
                  </a:lnTo>
                  <a:lnTo>
                    <a:pt x="22536531" y="117983"/>
                  </a:lnTo>
                  <a:lnTo>
                    <a:pt x="22536531" y="3839083"/>
                  </a:lnTo>
                  <a:lnTo>
                    <a:pt x="22530181" y="3839083"/>
                  </a:lnTo>
                  <a:lnTo>
                    <a:pt x="22536531" y="3839083"/>
                  </a:lnTo>
                  <a:cubicBezTo>
                    <a:pt x="22536531" y="3904234"/>
                    <a:pt x="22483572" y="3957066"/>
                    <a:pt x="22418294" y="3957066"/>
                  </a:cubicBezTo>
                  <a:lnTo>
                    <a:pt x="22418294" y="3950716"/>
                  </a:lnTo>
                  <a:lnTo>
                    <a:pt x="22418294" y="3957066"/>
                  </a:lnTo>
                  <a:lnTo>
                    <a:pt x="118237" y="3957066"/>
                  </a:lnTo>
                  <a:lnTo>
                    <a:pt x="118237" y="3950716"/>
                  </a:lnTo>
                  <a:lnTo>
                    <a:pt x="118237" y="3957066"/>
                  </a:lnTo>
                  <a:cubicBezTo>
                    <a:pt x="52959" y="3957066"/>
                    <a:pt x="0" y="3904234"/>
                    <a:pt x="0" y="3839083"/>
                  </a:cubicBezTo>
                  <a:lnTo>
                    <a:pt x="0" y="117983"/>
                  </a:lnTo>
                  <a:lnTo>
                    <a:pt x="6350" y="117983"/>
                  </a:lnTo>
                  <a:lnTo>
                    <a:pt x="0" y="117983"/>
                  </a:lnTo>
                  <a:moveTo>
                    <a:pt x="12700" y="117983"/>
                  </a:moveTo>
                  <a:lnTo>
                    <a:pt x="12700" y="3839083"/>
                  </a:lnTo>
                  <a:lnTo>
                    <a:pt x="6350" y="3839083"/>
                  </a:lnTo>
                  <a:lnTo>
                    <a:pt x="12700" y="3839083"/>
                  </a:lnTo>
                  <a:cubicBezTo>
                    <a:pt x="12700" y="3897249"/>
                    <a:pt x="59944" y="3944366"/>
                    <a:pt x="118237" y="3944366"/>
                  </a:cubicBezTo>
                  <a:lnTo>
                    <a:pt x="22418294" y="3944366"/>
                  </a:lnTo>
                  <a:cubicBezTo>
                    <a:pt x="22476586" y="3944366"/>
                    <a:pt x="22523831" y="3897249"/>
                    <a:pt x="22523831" y="3839083"/>
                  </a:cubicBezTo>
                  <a:lnTo>
                    <a:pt x="22523831" y="117983"/>
                  </a:lnTo>
                  <a:cubicBezTo>
                    <a:pt x="22523831" y="59817"/>
                    <a:pt x="22476586" y="12700"/>
                    <a:pt x="22418294" y="12700"/>
                  </a:cubicBezTo>
                  <a:lnTo>
                    <a:pt x="118237" y="12700"/>
                  </a:lnTo>
                  <a:lnTo>
                    <a:pt x="118237" y="6350"/>
                  </a:lnTo>
                  <a:lnTo>
                    <a:pt x="118237" y="12700"/>
                  </a:lnTo>
                  <a:cubicBezTo>
                    <a:pt x="59944" y="12700"/>
                    <a:pt x="12700" y="59817"/>
                    <a:pt x="12700" y="117983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07082" y="1605111"/>
            <a:ext cx="16873835" cy="631775"/>
            <a:chOff x="0" y="0"/>
            <a:chExt cx="22498447" cy="8423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98431" cy="842391"/>
            </a:xfrm>
            <a:custGeom>
              <a:avLst/>
              <a:gdLst/>
              <a:ahLst/>
              <a:cxnLst/>
              <a:rect l="l" t="t" r="r" b="b"/>
              <a:pathLst>
                <a:path w="22498431" h="842391">
                  <a:moveTo>
                    <a:pt x="0" y="0"/>
                  </a:moveTo>
                  <a:lnTo>
                    <a:pt x="22498431" y="0"/>
                  </a:lnTo>
                  <a:lnTo>
                    <a:pt x="22498431" y="842391"/>
                  </a:lnTo>
                  <a:lnTo>
                    <a:pt x="0" y="84239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28107" y="1734145"/>
            <a:ext cx="2989957" cy="463029"/>
            <a:chOff x="0" y="0"/>
            <a:chExt cx="3986610" cy="6173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86610" cy="617372"/>
            </a:xfrm>
            <a:custGeom>
              <a:avLst/>
              <a:gdLst/>
              <a:ahLst/>
              <a:cxnLst/>
              <a:rect l="l" t="t" r="r" b="b"/>
              <a:pathLst>
                <a:path w="3986610" h="617372">
                  <a:moveTo>
                    <a:pt x="0" y="0"/>
                  </a:moveTo>
                  <a:lnTo>
                    <a:pt x="3986610" y="0"/>
                  </a:lnTo>
                  <a:lnTo>
                    <a:pt x="3986610" y="617372"/>
                  </a:lnTo>
                  <a:lnTo>
                    <a:pt x="0" y="6173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3986610" cy="6364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4"/>
                </a:lnSpc>
              </a:pPr>
              <a:r>
                <a:rPr lang="en-US" sz="241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Status Codes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869787" y="1734145"/>
            <a:ext cx="2989958" cy="463029"/>
            <a:chOff x="0" y="0"/>
            <a:chExt cx="3986610" cy="6173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86610" cy="617372"/>
            </a:xfrm>
            <a:custGeom>
              <a:avLst/>
              <a:gdLst/>
              <a:ahLst/>
              <a:cxnLst/>
              <a:rect l="l" t="t" r="r" b="b"/>
              <a:pathLst>
                <a:path w="3986610" h="617372">
                  <a:moveTo>
                    <a:pt x="0" y="0"/>
                  </a:moveTo>
                  <a:lnTo>
                    <a:pt x="3986610" y="0"/>
                  </a:lnTo>
                  <a:lnTo>
                    <a:pt x="3986610" y="617372"/>
                  </a:lnTo>
                  <a:lnTo>
                    <a:pt x="0" y="6173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3986610" cy="6364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4"/>
                </a:lnSpc>
              </a:pPr>
              <a:r>
                <a:rPr lang="en-US" sz="241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Description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07082" y="2236886"/>
            <a:ext cx="16873835" cy="576858"/>
            <a:chOff x="0" y="0"/>
            <a:chExt cx="22498447" cy="76914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498431" cy="769112"/>
            </a:xfrm>
            <a:custGeom>
              <a:avLst/>
              <a:gdLst/>
              <a:ahLst/>
              <a:cxnLst/>
              <a:rect l="l" t="t" r="r" b="b"/>
              <a:pathLst>
                <a:path w="22498431" h="769112">
                  <a:moveTo>
                    <a:pt x="0" y="0"/>
                  </a:moveTo>
                  <a:lnTo>
                    <a:pt x="22498431" y="0"/>
                  </a:lnTo>
                  <a:lnTo>
                    <a:pt x="22498431" y="769112"/>
                  </a:lnTo>
                  <a:lnTo>
                    <a:pt x="0" y="7691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6364" y="2365921"/>
            <a:ext cx="8033594" cy="400967"/>
            <a:chOff x="0" y="0"/>
            <a:chExt cx="10711458" cy="53462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711459" cy="534622"/>
            </a:xfrm>
            <a:custGeom>
              <a:avLst/>
              <a:gdLst/>
              <a:ahLst/>
              <a:cxnLst/>
              <a:rect l="l" t="t" r="r" b="b"/>
              <a:pathLst>
                <a:path w="10711459" h="534622">
                  <a:moveTo>
                    <a:pt x="0" y="0"/>
                  </a:moveTo>
                  <a:lnTo>
                    <a:pt x="10711459" y="0"/>
                  </a:lnTo>
                  <a:lnTo>
                    <a:pt x="10711459" y="534622"/>
                  </a:lnTo>
                  <a:lnTo>
                    <a:pt x="0" y="5346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0711458" cy="6203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39"/>
                </a:lnSpc>
              </a:pPr>
              <a:r>
                <a:rPr lang="en-US" sz="19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2xx (Successful)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48044" y="2365921"/>
            <a:ext cx="8033594" cy="400967"/>
            <a:chOff x="0" y="0"/>
            <a:chExt cx="10711458" cy="53462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11459" cy="534622"/>
            </a:xfrm>
            <a:custGeom>
              <a:avLst/>
              <a:gdLst/>
              <a:ahLst/>
              <a:cxnLst/>
              <a:rect l="l" t="t" r="r" b="b"/>
              <a:pathLst>
                <a:path w="10711459" h="534622">
                  <a:moveTo>
                    <a:pt x="0" y="0"/>
                  </a:moveTo>
                  <a:lnTo>
                    <a:pt x="10711459" y="0"/>
                  </a:lnTo>
                  <a:lnTo>
                    <a:pt x="10711459" y="534622"/>
                  </a:lnTo>
                  <a:lnTo>
                    <a:pt x="0" y="5346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10711458" cy="6203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39"/>
                </a:lnSpc>
              </a:pPr>
              <a:r>
                <a:rPr lang="en-US" sz="19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The request was successfully processed.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07082" y="2813745"/>
            <a:ext cx="16873835" cy="576858"/>
            <a:chOff x="0" y="0"/>
            <a:chExt cx="22498447" cy="76914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2498431" cy="769112"/>
            </a:xfrm>
            <a:custGeom>
              <a:avLst/>
              <a:gdLst/>
              <a:ahLst/>
              <a:cxnLst/>
              <a:rect l="l" t="t" r="r" b="b"/>
              <a:pathLst>
                <a:path w="22498431" h="769112">
                  <a:moveTo>
                    <a:pt x="0" y="0"/>
                  </a:moveTo>
                  <a:lnTo>
                    <a:pt x="22498431" y="0"/>
                  </a:lnTo>
                  <a:lnTo>
                    <a:pt x="22498431" y="769112"/>
                  </a:lnTo>
                  <a:lnTo>
                    <a:pt x="0" y="76911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06364" y="2942779"/>
            <a:ext cx="8033594" cy="400967"/>
            <a:chOff x="0" y="0"/>
            <a:chExt cx="10711458" cy="53462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711459" cy="534622"/>
            </a:xfrm>
            <a:custGeom>
              <a:avLst/>
              <a:gdLst/>
              <a:ahLst/>
              <a:cxnLst/>
              <a:rect l="l" t="t" r="r" b="b"/>
              <a:pathLst>
                <a:path w="10711459" h="534622">
                  <a:moveTo>
                    <a:pt x="0" y="0"/>
                  </a:moveTo>
                  <a:lnTo>
                    <a:pt x="10711459" y="0"/>
                  </a:lnTo>
                  <a:lnTo>
                    <a:pt x="10711459" y="534622"/>
                  </a:lnTo>
                  <a:lnTo>
                    <a:pt x="0" y="5346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85725"/>
              <a:ext cx="10711458" cy="6203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39"/>
                </a:lnSpc>
              </a:pPr>
              <a:r>
                <a:rPr lang="en-US" sz="19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3xx (Redirection)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348044" y="2942779"/>
            <a:ext cx="8033594" cy="400967"/>
            <a:chOff x="0" y="0"/>
            <a:chExt cx="10711458" cy="53462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711459" cy="534622"/>
            </a:xfrm>
            <a:custGeom>
              <a:avLst/>
              <a:gdLst/>
              <a:ahLst/>
              <a:cxnLst/>
              <a:rect l="l" t="t" r="r" b="b"/>
              <a:pathLst>
                <a:path w="10711459" h="534622">
                  <a:moveTo>
                    <a:pt x="0" y="0"/>
                  </a:moveTo>
                  <a:lnTo>
                    <a:pt x="10711459" y="0"/>
                  </a:lnTo>
                  <a:lnTo>
                    <a:pt x="10711459" y="534622"/>
                  </a:lnTo>
                  <a:lnTo>
                    <a:pt x="0" y="5346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85725"/>
              <a:ext cx="10711458" cy="6203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39"/>
                </a:lnSpc>
              </a:pPr>
              <a:r>
                <a:rPr lang="en-US" sz="19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The client must take additional action to complete the request.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07082" y="3390602"/>
            <a:ext cx="16873835" cy="576858"/>
            <a:chOff x="0" y="0"/>
            <a:chExt cx="22498447" cy="76914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2498431" cy="769112"/>
            </a:xfrm>
            <a:custGeom>
              <a:avLst/>
              <a:gdLst/>
              <a:ahLst/>
              <a:cxnLst/>
              <a:rect l="l" t="t" r="r" b="b"/>
              <a:pathLst>
                <a:path w="22498431" h="769112">
                  <a:moveTo>
                    <a:pt x="0" y="0"/>
                  </a:moveTo>
                  <a:lnTo>
                    <a:pt x="22498431" y="0"/>
                  </a:lnTo>
                  <a:lnTo>
                    <a:pt x="22498431" y="769112"/>
                  </a:lnTo>
                  <a:lnTo>
                    <a:pt x="0" y="7691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06364" y="3519636"/>
            <a:ext cx="8033594" cy="400967"/>
            <a:chOff x="0" y="0"/>
            <a:chExt cx="10711458" cy="53462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711459" cy="534622"/>
            </a:xfrm>
            <a:custGeom>
              <a:avLst/>
              <a:gdLst/>
              <a:ahLst/>
              <a:cxnLst/>
              <a:rect l="l" t="t" r="r" b="b"/>
              <a:pathLst>
                <a:path w="10711459" h="534622">
                  <a:moveTo>
                    <a:pt x="0" y="0"/>
                  </a:moveTo>
                  <a:lnTo>
                    <a:pt x="10711459" y="0"/>
                  </a:lnTo>
                  <a:lnTo>
                    <a:pt x="10711459" y="534622"/>
                  </a:lnTo>
                  <a:lnTo>
                    <a:pt x="0" y="5346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85725"/>
              <a:ext cx="10711458" cy="6203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39"/>
                </a:lnSpc>
              </a:pPr>
              <a:r>
                <a:rPr lang="en-US" sz="19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4xx (Client Error)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348044" y="3519636"/>
            <a:ext cx="8033594" cy="400967"/>
            <a:chOff x="0" y="0"/>
            <a:chExt cx="10711458" cy="53462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711459" cy="534622"/>
            </a:xfrm>
            <a:custGeom>
              <a:avLst/>
              <a:gdLst/>
              <a:ahLst/>
              <a:cxnLst/>
              <a:rect l="l" t="t" r="r" b="b"/>
              <a:pathLst>
                <a:path w="10711459" h="534622">
                  <a:moveTo>
                    <a:pt x="0" y="0"/>
                  </a:moveTo>
                  <a:lnTo>
                    <a:pt x="10711459" y="0"/>
                  </a:lnTo>
                  <a:lnTo>
                    <a:pt x="10711459" y="534622"/>
                  </a:lnTo>
                  <a:lnTo>
                    <a:pt x="0" y="5346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85725"/>
              <a:ext cx="10711458" cy="6203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39"/>
                </a:lnSpc>
              </a:pPr>
              <a:r>
                <a:rPr lang="en-US" sz="19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The request contains an error or is invalid.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07082" y="3967460"/>
            <a:ext cx="16873835" cy="576858"/>
            <a:chOff x="0" y="0"/>
            <a:chExt cx="22498447" cy="76914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2498431" cy="769112"/>
            </a:xfrm>
            <a:custGeom>
              <a:avLst/>
              <a:gdLst/>
              <a:ahLst/>
              <a:cxnLst/>
              <a:rect l="l" t="t" r="r" b="b"/>
              <a:pathLst>
                <a:path w="22498431" h="769112">
                  <a:moveTo>
                    <a:pt x="0" y="0"/>
                  </a:moveTo>
                  <a:lnTo>
                    <a:pt x="22498431" y="0"/>
                  </a:lnTo>
                  <a:lnTo>
                    <a:pt x="22498431" y="769112"/>
                  </a:lnTo>
                  <a:lnTo>
                    <a:pt x="0" y="76911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06364" y="4096494"/>
            <a:ext cx="8033594" cy="400967"/>
            <a:chOff x="0" y="0"/>
            <a:chExt cx="10711458" cy="53462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711459" cy="534622"/>
            </a:xfrm>
            <a:custGeom>
              <a:avLst/>
              <a:gdLst/>
              <a:ahLst/>
              <a:cxnLst/>
              <a:rect l="l" t="t" r="r" b="b"/>
              <a:pathLst>
                <a:path w="10711459" h="534622">
                  <a:moveTo>
                    <a:pt x="0" y="0"/>
                  </a:moveTo>
                  <a:lnTo>
                    <a:pt x="10711459" y="0"/>
                  </a:lnTo>
                  <a:lnTo>
                    <a:pt x="10711459" y="534622"/>
                  </a:lnTo>
                  <a:lnTo>
                    <a:pt x="0" y="5346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85725"/>
              <a:ext cx="10711458" cy="6203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39"/>
                </a:lnSpc>
              </a:pPr>
              <a:r>
                <a:rPr lang="en-US" sz="19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5xx (Server Error)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48044" y="4096494"/>
            <a:ext cx="8033594" cy="400967"/>
            <a:chOff x="0" y="0"/>
            <a:chExt cx="10711458" cy="53462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711459" cy="534622"/>
            </a:xfrm>
            <a:custGeom>
              <a:avLst/>
              <a:gdLst/>
              <a:ahLst/>
              <a:cxnLst/>
              <a:rect l="l" t="t" r="r" b="b"/>
              <a:pathLst>
                <a:path w="10711459" h="534622">
                  <a:moveTo>
                    <a:pt x="0" y="0"/>
                  </a:moveTo>
                  <a:lnTo>
                    <a:pt x="10711459" y="0"/>
                  </a:lnTo>
                  <a:lnTo>
                    <a:pt x="10711459" y="534622"/>
                  </a:lnTo>
                  <a:lnTo>
                    <a:pt x="0" y="5346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85725"/>
              <a:ext cx="10711458" cy="6203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39"/>
                </a:lnSpc>
              </a:pPr>
              <a:r>
                <a:rPr lang="en-US" sz="19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The server encountered an error while processing the request.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92795" y="4773216"/>
            <a:ext cx="16902410" cy="4819799"/>
            <a:chOff x="0" y="0"/>
            <a:chExt cx="22536547" cy="642639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2536531" cy="6426454"/>
            </a:xfrm>
            <a:custGeom>
              <a:avLst/>
              <a:gdLst/>
              <a:ahLst/>
              <a:cxnLst/>
              <a:rect l="l" t="t" r="r" b="b"/>
              <a:pathLst>
                <a:path w="22536531" h="6426454">
                  <a:moveTo>
                    <a:pt x="0" y="117983"/>
                  </a:moveTo>
                  <a:cubicBezTo>
                    <a:pt x="0" y="52832"/>
                    <a:pt x="52832" y="0"/>
                    <a:pt x="118110" y="0"/>
                  </a:cubicBezTo>
                  <a:lnTo>
                    <a:pt x="22418421" y="0"/>
                  </a:lnTo>
                  <a:lnTo>
                    <a:pt x="22418421" y="6350"/>
                  </a:lnTo>
                  <a:lnTo>
                    <a:pt x="22418421" y="0"/>
                  </a:lnTo>
                  <a:cubicBezTo>
                    <a:pt x="22483699" y="0"/>
                    <a:pt x="22536531" y="52832"/>
                    <a:pt x="22536531" y="117983"/>
                  </a:cubicBezTo>
                  <a:lnTo>
                    <a:pt x="22530181" y="117983"/>
                  </a:lnTo>
                  <a:lnTo>
                    <a:pt x="22536531" y="117983"/>
                  </a:lnTo>
                  <a:lnTo>
                    <a:pt x="22536531" y="6308471"/>
                  </a:lnTo>
                  <a:lnTo>
                    <a:pt x="22530181" y="6308471"/>
                  </a:lnTo>
                  <a:lnTo>
                    <a:pt x="22536531" y="6308471"/>
                  </a:lnTo>
                  <a:cubicBezTo>
                    <a:pt x="22536531" y="6373622"/>
                    <a:pt x="22483699" y="6426454"/>
                    <a:pt x="22418421" y="6426454"/>
                  </a:cubicBezTo>
                  <a:lnTo>
                    <a:pt x="22418421" y="6420104"/>
                  </a:lnTo>
                  <a:lnTo>
                    <a:pt x="22418421" y="6426454"/>
                  </a:lnTo>
                  <a:lnTo>
                    <a:pt x="118110" y="6426454"/>
                  </a:lnTo>
                  <a:lnTo>
                    <a:pt x="118110" y="6420104"/>
                  </a:lnTo>
                  <a:lnTo>
                    <a:pt x="118110" y="6426454"/>
                  </a:lnTo>
                  <a:cubicBezTo>
                    <a:pt x="52832" y="6426454"/>
                    <a:pt x="0" y="6373622"/>
                    <a:pt x="0" y="6308471"/>
                  </a:cubicBezTo>
                  <a:lnTo>
                    <a:pt x="0" y="117983"/>
                  </a:lnTo>
                  <a:lnTo>
                    <a:pt x="6350" y="117983"/>
                  </a:lnTo>
                  <a:lnTo>
                    <a:pt x="0" y="117983"/>
                  </a:lnTo>
                  <a:moveTo>
                    <a:pt x="12700" y="117983"/>
                  </a:moveTo>
                  <a:lnTo>
                    <a:pt x="12700" y="6308471"/>
                  </a:lnTo>
                  <a:lnTo>
                    <a:pt x="6350" y="6308471"/>
                  </a:lnTo>
                  <a:lnTo>
                    <a:pt x="12700" y="6308471"/>
                  </a:lnTo>
                  <a:cubicBezTo>
                    <a:pt x="12700" y="6366637"/>
                    <a:pt x="59944" y="6413754"/>
                    <a:pt x="118110" y="6413754"/>
                  </a:cubicBezTo>
                  <a:lnTo>
                    <a:pt x="22418421" y="6413754"/>
                  </a:lnTo>
                  <a:cubicBezTo>
                    <a:pt x="22476586" y="6413754"/>
                    <a:pt x="22523831" y="6366637"/>
                    <a:pt x="22523831" y="6308471"/>
                  </a:cubicBezTo>
                  <a:lnTo>
                    <a:pt x="22523831" y="117983"/>
                  </a:lnTo>
                  <a:cubicBezTo>
                    <a:pt x="22523831" y="59817"/>
                    <a:pt x="22476586" y="12700"/>
                    <a:pt x="22418421" y="12700"/>
                  </a:cubicBezTo>
                  <a:lnTo>
                    <a:pt x="118110" y="12700"/>
                  </a:lnTo>
                  <a:lnTo>
                    <a:pt x="118110" y="6350"/>
                  </a:lnTo>
                  <a:lnTo>
                    <a:pt x="118110" y="12700"/>
                  </a:lnTo>
                  <a:cubicBezTo>
                    <a:pt x="59944" y="12700"/>
                    <a:pt x="12700" y="59817"/>
                    <a:pt x="12700" y="117983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07082" y="4787504"/>
            <a:ext cx="16873835" cy="631775"/>
            <a:chOff x="0" y="0"/>
            <a:chExt cx="22498447" cy="84236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2498431" cy="842391"/>
            </a:xfrm>
            <a:custGeom>
              <a:avLst/>
              <a:gdLst/>
              <a:ahLst/>
              <a:cxnLst/>
              <a:rect l="l" t="t" r="r" b="b"/>
              <a:pathLst>
                <a:path w="22498431" h="842391">
                  <a:moveTo>
                    <a:pt x="0" y="0"/>
                  </a:moveTo>
                  <a:lnTo>
                    <a:pt x="22498431" y="0"/>
                  </a:lnTo>
                  <a:lnTo>
                    <a:pt x="22498431" y="842391"/>
                  </a:lnTo>
                  <a:lnTo>
                    <a:pt x="0" y="84239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428107" y="4916538"/>
            <a:ext cx="2989957" cy="463029"/>
            <a:chOff x="0" y="0"/>
            <a:chExt cx="3986610" cy="61737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986610" cy="617372"/>
            </a:xfrm>
            <a:custGeom>
              <a:avLst/>
              <a:gdLst/>
              <a:ahLst/>
              <a:cxnLst/>
              <a:rect l="l" t="t" r="r" b="b"/>
              <a:pathLst>
                <a:path w="3986610" h="617372">
                  <a:moveTo>
                    <a:pt x="0" y="0"/>
                  </a:moveTo>
                  <a:lnTo>
                    <a:pt x="3986610" y="0"/>
                  </a:lnTo>
                  <a:lnTo>
                    <a:pt x="3986610" y="617372"/>
                  </a:lnTo>
                  <a:lnTo>
                    <a:pt x="0" y="6173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3986610" cy="6364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4"/>
                </a:lnSpc>
              </a:pPr>
              <a:r>
                <a:rPr lang="en-US" sz="241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Request Headers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1869787" y="4916538"/>
            <a:ext cx="2989958" cy="463029"/>
            <a:chOff x="0" y="0"/>
            <a:chExt cx="3986610" cy="61737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986610" cy="617372"/>
            </a:xfrm>
            <a:custGeom>
              <a:avLst/>
              <a:gdLst/>
              <a:ahLst/>
              <a:cxnLst/>
              <a:rect l="l" t="t" r="r" b="b"/>
              <a:pathLst>
                <a:path w="3986610" h="617372">
                  <a:moveTo>
                    <a:pt x="0" y="0"/>
                  </a:moveTo>
                  <a:lnTo>
                    <a:pt x="3986610" y="0"/>
                  </a:lnTo>
                  <a:lnTo>
                    <a:pt x="3986610" y="617372"/>
                  </a:lnTo>
                  <a:lnTo>
                    <a:pt x="0" y="6173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3986610" cy="6364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4"/>
                </a:lnSpc>
              </a:pPr>
              <a:r>
                <a:rPr lang="en-US" sz="241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Description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07082" y="5419279"/>
            <a:ext cx="16873835" cy="576858"/>
            <a:chOff x="0" y="0"/>
            <a:chExt cx="22498447" cy="769143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2498431" cy="769112"/>
            </a:xfrm>
            <a:custGeom>
              <a:avLst/>
              <a:gdLst/>
              <a:ahLst/>
              <a:cxnLst/>
              <a:rect l="l" t="t" r="r" b="b"/>
              <a:pathLst>
                <a:path w="22498431" h="769112">
                  <a:moveTo>
                    <a:pt x="0" y="0"/>
                  </a:moveTo>
                  <a:lnTo>
                    <a:pt x="22498431" y="0"/>
                  </a:lnTo>
                  <a:lnTo>
                    <a:pt x="22498431" y="769112"/>
                  </a:lnTo>
                  <a:lnTo>
                    <a:pt x="0" y="7691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06364" y="5548312"/>
            <a:ext cx="8033594" cy="363136"/>
            <a:chOff x="0" y="0"/>
            <a:chExt cx="10711458" cy="48418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711459" cy="484181"/>
            </a:xfrm>
            <a:custGeom>
              <a:avLst/>
              <a:gdLst/>
              <a:ahLst/>
              <a:cxnLst/>
              <a:rect l="l" t="t" r="r" b="b"/>
              <a:pathLst>
                <a:path w="10711459" h="484181">
                  <a:moveTo>
                    <a:pt x="0" y="0"/>
                  </a:moveTo>
                  <a:lnTo>
                    <a:pt x="10711459" y="0"/>
                  </a:lnTo>
                  <a:lnTo>
                    <a:pt x="10711459" y="484181"/>
                  </a:lnTo>
                  <a:lnTo>
                    <a:pt x="0" y="4841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114300"/>
              <a:ext cx="10711458" cy="598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79"/>
                </a:lnSpc>
              </a:pPr>
              <a:r>
                <a:rPr lang="en-US" sz="1862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User-Agent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348044" y="5548312"/>
            <a:ext cx="8033594" cy="381385"/>
            <a:chOff x="0" y="0"/>
            <a:chExt cx="10711458" cy="50851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0711459" cy="508513"/>
            </a:xfrm>
            <a:custGeom>
              <a:avLst/>
              <a:gdLst/>
              <a:ahLst/>
              <a:cxnLst/>
              <a:rect l="l" t="t" r="r" b="b"/>
              <a:pathLst>
                <a:path w="10711459" h="508513">
                  <a:moveTo>
                    <a:pt x="0" y="0"/>
                  </a:moveTo>
                  <a:lnTo>
                    <a:pt x="10711459" y="0"/>
                  </a:lnTo>
                  <a:lnTo>
                    <a:pt x="10711459" y="508513"/>
                  </a:lnTo>
                  <a:lnTo>
                    <a:pt x="0" y="508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66675"/>
              <a:ext cx="10711458" cy="5751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9"/>
                </a:lnSpc>
              </a:pPr>
              <a:r>
                <a:rPr lang="en-US" sz="18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Specifies the client software making the request (e.g., a browser / app).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07082" y="5996136"/>
            <a:ext cx="16873835" cy="895647"/>
            <a:chOff x="0" y="0"/>
            <a:chExt cx="22498447" cy="1194197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2498431" cy="1194181"/>
            </a:xfrm>
            <a:custGeom>
              <a:avLst/>
              <a:gdLst/>
              <a:ahLst/>
              <a:cxnLst/>
              <a:rect l="l" t="t" r="r" b="b"/>
              <a:pathLst>
                <a:path w="22498431" h="1194181">
                  <a:moveTo>
                    <a:pt x="0" y="0"/>
                  </a:moveTo>
                  <a:lnTo>
                    <a:pt x="22498431" y="0"/>
                  </a:lnTo>
                  <a:lnTo>
                    <a:pt x="22498431" y="1194181"/>
                  </a:lnTo>
                  <a:lnTo>
                    <a:pt x="0" y="119418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06364" y="6125170"/>
            <a:ext cx="8033594" cy="363136"/>
            <a:chOff x="0" y="0"/>
            <a:chExt cx="10711458" cy="48418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0711459" cy="484181"/>
            </a:xfrm>
            <a:custGeom>
              <a:avLst/>
              <a:gdLst/>
              <a:ahLst/>
              <a:cxnLst/>
              <a:rect l="l" t="t" r="r" b="b"/>
              <a:pathLst>
                <a:path w="10711459" h="484181">
                  <a:moveTo>
                    <a:pt x="0" y="0"/>
                  </a:moveTo>
                  <a:lnTo>
                    <a:pt x="10711459" y="0"/>
                  </a:lnTo>
                  <a:lnTo>
                    <a:pt x="10711459" y="484181"/>
                  </a:lnTo>
                  <a:lnTo>
                    <a:pt x="0" y="4841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114300"/>
              <a:ext cx="10711458" cy="598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79"/>
                </a:lnSpc>
              </a:pPr>
              <a:r>
                <a:rPr lang="en-US" sz="1862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Accept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9348044" y="6125170"/>
            <a:ext cx="8033594" cy="752860"/>
            <a:chOff x="0" y="0"/>
            <a:chExt cx="10711458" cy="1003813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0711459" cy="1003813"/>
            </a:xfrm>
            <a:custGeom>
              <a:avLst/>
              <a:gdLst/>
              <a:ahLst/>
              <a:cxnLst/>
              <a:rect l="l" t="t" r="r" b="b"/>
              <a:pathLst>
                <a:path w="10711459" h="1003813">
                  <a:moveTo>
                    <a:pt x="0" y="0"/>
                  </a:moveTo>
                  <a:lnTo>
                    <a:pt x="10711459" y="0"/>
                  </a:lnTo>
                  <a:lnTo>
                    <a:pt x="10711459" y="1003813"/>
                  </a:lnTo>
                  <a:lnTo>
                    <a:pt x="0" y="10038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66675"/>
              <a:ext cx="10711458" cy="1070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9"/>
                </a:lnSpc>
              </a:pPr>
              <a:r>
                <a:rPr lang="en-US" sz="18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Specifies the media types the client is willing to accept (e.g., text/html, application/json).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07082" y="6891784"/>
            <a:ext cx="16873835" cy="895647"/>
            <a:chOff x="0" y="0"/>
            <a:chExt cx="22498447" cy="1194197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2498431" cy="1194181"/>
            </a:xfrm>
            <a:custGeom>
              <a:avLst/>
              <a:gdLst/>
              <a:ahLst/>
              <a:cxnLst/>
              <a:rect l="l" t="t" r="r" b="b"/>
              <a:pathLst>
                <a:path w="22498431" h="1194181">
                  <a:moveTo>
                    <a:pt x="0" y="0"/>
                  </a:moveTo>
                  <a:lnTo>
                    <a:pt x="22498431" y="0"/>
                  </a:lnTo>
                  <a:lnTo>
                    <a:pt x="22498431" y="1194181"/>
                  </a:lnTo>
                  <a:lnTo>
                    <a:pt x="0" y="11941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06364" y="7020817"/>
            <a:ext cx="8033594" cy="363136"/>
            <a:chOff x="0" y="0"/>
            <a:chExt cx="10711458" cy="484182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0711459" cy="484181"/>
            </a:xfrm>
            <a:custGeom>
              <a:avLst/>
              <a:gdLst/>
              <a:ahLst/>
              <a:cxnLst/>
              <a:rect l="l" t="t" r="r" b="b"/>
              <a:pathLst>
                <a:path w="10711459" h="484181">
                  <a:moveTo>
                    <a:pt x="0" y="0"/>
                  </a:moveTo>
                  <a:lnTo>
                    <a:pt x="10711459" y="0"/>
                  </a:lnTo>
                  <a:lnTo>
                    <a:pt x="10711459" y="484181"/>
                  </a:lnTo>
                  <a:lnTo>
                    <a:pt x="0" y="4841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114300"/>
              <a:ext cx="10711458" cy="598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79"/>
                </a:lnSpc>
              </a:pPr>
              <a:r>
                <a:rPr lang="en-US" sz="1862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Content-Type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348044" y="7020817"/>
            <a:ext cx="8033594" cy="752860"/>
            <a:chOff x="0" y="0"/>
            <a:chExt cx="10711458" cy="1003813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0711459" cy="1003813"/>
            </a:xfrm>
            <a:custGeom>
              <a:avLst/>
              <a:gdLst/>
              <a:ahLst/>
              <a:cxnLst/>
              <a:rect l="l" t="t" r="r" b="b"/>
              <a:pathLst>
                <a:path w="10711459" h="1003813">
                  <a:moveTo>
                    <a:pt x="0" y="0"/>
                  </a:moveTo>
                  <a:lnTo>
                    <a:pt x="10711459" y="0"/>
                  </a:lnTo>
                  <a:lnTo>
                    <a:pt x="10711459" y="1003813"/>
                  </a:lnTo>
                  <a:lnTo>
                    <a:pt x="0" y="10038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66675"/>
              <a:ext cx="10711458" cy="1070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9"/>
                </a:lnSpc>
              </a:pPr>
              <a:r>
                <a:rPr lang="en-US" sz="18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Specifies the type of data being sent in the request body (e.g., application/json, application/x-www-form-urlencoded).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07082" y="7787431"/>
            <a:ext cx="16873835" cy="895647"/>
            <a:chOff x="0" y="0"/>
            <a:chExt cx="22498447" cy="1194197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2498431" cy="1194181"/>
            </a:xfrm>
            <a:custGeom>
              <a:avLst/>
              <a:gdLst/>
              <a:ahLst/>
              <a:cxnLst/>
              <a:rect l="l" t="t" r="r" b="b"/>
              <a:pathLst>
                <a:path w="22498431" h="1194181">
                  <a:moveTo>
                    <a:pt x="0" y="0"/>
                  </a:moveTo>
                  <a:lnTo>
                    <a:pt x="22498431" y="0"/>
                  </a:lnTo>
                  <a:lnTo>
                    <a:pt x="22498431" y="1194181"/>
                  </a:lnTo>
                  <a:lnTo>
                    <a:pt x="0" y="119418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906364" y="7916466"/>
            <a:ext cx="8033594" cy="363136"/>
            <a:chOff x="0" y="0"/>
            <a:chExt cx="10711458" cy="48418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0711459" cy="484181"/>
            </a:xfrm>
            <a:custGeom>
              <a:avLst/>
              <a:gdLst/>
              <a:ahLst/>
              <a:cxnLst/>
              <a:rect l="l" t="t" r="r" b="b"/>
              <a:pathLst>
                <a:path w="10711459" h="484181">
                  <a:moveTo>
                    <a:pt x="0" y="0"/>
                  </a:moveTo>
                  <a:lnTo>
                    <a:pt x="10711459" y="0"/>
                  </a:lnTo>
                  <a:lnTo>
                    <a:pt x="10711459" y="484181"/>
                  </a:lnTo>
                  <a:lnTo>
                    <a:pt x="0" y="4841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114300"/>
              <a:ext cx="10711458" cy="598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79"/>
                </a:lnSpc>
              </a:pPr>
              <a:r>
                <a:rPr lang="en-US" sz="1862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Authorization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348044" y="7916466"/>
            <a:ext cx="8033594" cy="752860"/>
            <a:chOff x="0" y="0"/>
            <a:chExt cx="10711458" cy="1003813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0711459" cy="1003813"/>
            </a:xfrm>
            <a:custGeom>
              <a:avLst/>
              <a:gdLst/>
              <a:ahLst/>
              <a:cxnLst/>
              <a:rect l="l" t="t" r="r" b="b"/>
              <a:pathLst>
                <a:path w="10711459" h="1003813">
                  <a:moveTo>
                    <a:pt x="0" y="0"/>
                  </a:moveTo>
                  <a:lnTo>
                    <a:pt x="10711459" y="0"/>
                  </a:lnTo>
                  <a:lnTo>
                    <a:pt x="10711459" y="1003813"/>
                  </a:lnTo>
                  <a:lnTo>
                    <a:pt x="0" y="10038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66675"/>
              <a:ext cx="10711458" cy="1070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9"/>
                </a:lnSpc>
              </a:pPr>
              <a:r>
                <a:rPr lang="en-US" sz="18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Contains credentials for authenticating with the server (e.g., a bearer token or basic auth).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707082" y="8683079"/>
            <a:ext cx="16873835" cy="895647"/>
            <a:chOff x="0" y="0"/>
            <a:chExt cx="22498447" cy="1194197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22498431" cy="1194181"/>
            </a:xfrm>
            <a:custGeom>
              <a:avLst/>
              <a:gdLst/>
              <a:ahLst/>
              <a:cxnLst/>
              <a:rect l="l" t="t" r="r" b="b"/>
              <a:pathLst>
                <a:path w="22498431" h="1194181">
                  <a:moveTo>
                    <a:pt x="0" y="0"/>
                  </a:moveTo>
                  <a:lnTo>
                    <a:pt x="22498431" y="0"/>
                  </a:lnTo>
                  <a:lnTo>
                    <a:pt x="22498431" y="1194181"/>
                  </a:lnTo>
                  <a:lnTo>
                    <a:pt x="0" y="11941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06364" y="8812114"/>
            <a:ext cx="8033594" cy="363136"/>
            <a:chOff x="0" y="0"/>
            <a:chExt cx="10711458" cy="484182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0711459" cy="484181"/>
            </a:xfrm>
            <a:custGeom>
              <a:avLst/>
              <a:gdLst/>
              <a:ahLst/>
              <a:cxnLst/>
              <a:rect l="l" t="t" r="r" b="b"/>
              <a:pathLst>
                <a:path w="10711459" h="484181">
                  <a:moveTo>
                    <a:pt x="0" y="0"/>
                  </a:moveTo>
                  <a:lnTo>
                    <a:pt x="10711459" y="0"/>
                  </a:lnTo>
                  <a:lnTo>
                    <a:pt x="10711459" y="484181"/>
                  </a:lnTo>
                  <a:lnTo>
                    <a:pt x="0" y="4841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0" y="-114300"/>
              <a:ext cx="10711458" cy="598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79"/>
                </a:lnSpc>
              </a:pPr>
              <a:r>
                <a:rPr lang="en-US" sz="1862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Location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348044" y="8812114"/>
            <a:ext cx="8033594" cy="752860"/>
            <a:chOff x="0" y="0"/>
            <a:chExt cx="10711458" cy="1003813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10711459" cy="1003813"/>
            </a:xfrm>
            <a:custGeom>
              <a:avLst/>
              <a:gdLst/>
              <a:ahLst/>
              <a:cxnLst/>
              <a:rect l="l" t="t" r="r" b="b"/>
              <a:pathLst>
                <a:path w="10711459" h="1003813">
                  <a:moveTo>
                    <a:pt x="0" y="0"/>
                  </a:moveTo>
                  <a:lnTo>
                    <a:pt x="10711459" y="0"/>
                  </a:lnTo>
                  <a:lnTo>
                    <a:pt x="10711459" y="1003813"/>
                  </a:lnTo>
                  <a:lnTo>
                    <a:pt x="0" y="10038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0" y="-66675"/>
              <a:ext cx="10711458" cy="1070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9"/>
                </a:lnSpc>
              </a:pPr>
              <a:r>
                <a:rPr lang="en-US" sz="18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Used in redirections (e.g., when a 301 status code is returned, this header indicates the new URL).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0451" y="778520"/>
            <a:ext cx="11486242" cy="865172"/>
            <a:chOff x="0" y="0"/>
            <a:chExt cx="15314990" cy="11535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14991" cy="1153562"/>
            </a:xfrm>
            <a:custGeom>
              <a:avLst/>
              <a:gdLst/>
              <a:ahLst/>
              <a:cxnLst/>
              <a:rect l="l" t="t" r="r" b="b"/>
              <a:pathLst>
                <a:path w="15314991" h="1153562">
                  <a:moveTo>
                    <a:pt x="0" y="0"/>
                  </a:moveTo>
                  <a:lnTo>
                    <a:pt x="15314991" y="0"/>
                  </a:lnTo>
                  <a:lnTo>
                    <a:pt x="15314991" y="1153562"/>
                  </a:lnTo>
                  <a:lnTo>
                    <a:pt x="0" y="11535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5314990" cy="117261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562"/>
                </a:lnSpc>
              </a:pPr>
              <a:r>
                <a:rPr lang="en-US" sz="4437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HTTP Methods and Their Purposes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90451" y="2032844"/>
            <a:ext cx="16307098" cy="565994"/>
            <a:chOff x="0" y="0"/>
            <a:chExt cx="21742797" cy="7546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42797" cy="754658"/>
            </a:xfrm>
            <a:custGeom>
              <a:avLst/>
              <a:gdLst/>
              <a:ahLst/>
              <a:cxnLst/>
              <a:rect l="l" t="t" r="r" b="b"/>
              <a:pathLst>
                <a:path w="21742797" h="754658">
                  <a:moveTo>
                    <a:pt x="0" y="0"/>
                  </a:moveTo>
                  <a:lnTo>
                    <a:pt x="21742797" y="0"/>
                  </a:lnTo>
                  <a:lnTo>
                    <a:pt x="21742797" y="754658"/>
                  </a:lnTo>
                  <a:lnTo>
                    <a:pt x="0" y="75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21742797" cy="84038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792"/>
                </a:lnSpc>
              </a:pPr>
              <a:r>
                <a:rPr lang="en-US" sz="23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HTTP defines several methods that indicate the desired action on a resource.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2985715"/>
            <a:ext cx="16307098" cy="565994"/>
            <a:chOff x="0" y="0"/>
            <a:chExt cx="21742797" cy="7546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42797" cy="754658"/>
            </a:xfrm>
            <a:custGeom>
              <a:avLst/>
              <a:gdLst/>
              <a:ahLst/>
              <a:cxnLst/>
              <a:rect l="l" t="t" r="r" b="b"/>
              <a:pathLst>
                <a:path w="21742797" h="754658">
                  <a:moveTo>
                    <a:pt x="0" y="0"/>
                  </a:moveTo>
                  <a:lnTo>
                    <a:pt x="21742797" y="0"/>
                  </a:lnTo>
                  <a:lnTo>
                    <a:pt x="21742797" y="754658"/>
                  </a:lnTo>
                  <a:lnTo>
                    <a:pt x="0" y="75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21742797" cy="84038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792"/>
                </a:lnSpc>
              </a:pPr>
              <a:r>
                <a:rPr lang="en-US" sz="23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Each method serves a specific purpose in the context of request-response interactions: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0451" y="4216674"/>
            <a:ext cx="16307098" cy="1131986"/>
            <a:chOff x="0" y="0"/>
            <a:chExt cx="21742797" cy="150931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742797" cy="1509315"/>
            </a:xfrm>
            <a:custGeom>
              <a:avLst/>
              <a:gdLst/>
              <a:ahLst/>
              <a:cxnLst/>
              <a:rect l="l" t="t" r="r" b="b"/>
              <a:pathLst>
                <a:path w="21742797" h="1509315">
                  <a:moveTo>
                    <a:pt x="0" y="0"/>
                  </a:moveTo>
                  <a:lnTo>
                    <a:pt x="21742797" y="0"/>
                  </a:lnTo>
                  <a:lnTo>
                    <a:pt x="21742797" y="1509315"/>
                  </a:lnTo>
                  <a:lnTo>
                    <a:pt x="0" y="15093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21742797" cy="16045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4984" lvl="1" indent="-172492" algn="l">
                <a:lnSpc>
                  <a:spcPts val="3725"/>
                </a:lnSpc>
                <a:buFont typeface="Arial"/>
                <a:buChar char="•"/>
              </a:pPr>
              <a:r>
                <a:rPr lang="en-US" sz="2287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GET:</a:t>
              </a:r>
              <a:r>
                <a:rPr lang="en-US" sz="22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Requests a representation of the specified resource. It should only retrieve data and have no side effects.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0451" y="5051524"/>
            <a:ext cx="16307098" cy="1131986"/>
            <a:chOff x="0" y="0"/>
            <a:chExt cx="21742797" cy="150931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742797" cy="1509315"/>
            </a:xfrm>
            <a:custGeom>
              <a:avLst/>
              <a:gdLst/>
              <a:ahLst/>
              <a:cxnLst/>
              <a:rect l="l" t="t" r="r" b="b"/>
              <a:pathLst>
                <a:path w="21742797" h="1509315">
                  <a:moveTo>
                    <a:pt x="0" y="0"/>
                  </a:moveTo>
                  <a:lnTo>
                    <a:pt x="21742797" y="0"/>
                  </a:lnTo>
                  <a:lnTo>
                    <a:pt x="21742797" y="1509315"/>
                  </a:lnTo>
                  <a:lnTo>
                    <a:pt x="0" y="15093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21742797" cy="16045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4984" lvl="1" indent="-172492" algn="l">
                <a:lnSpc>
                  <a:spcPts val="3725"/>
                </a:lnSpc>
                <a:buFont typeface="Arial"/>
                <a:buChar char="•"/>
              </a:pPr>
              <a:r>
                <a:rPr lang="en-US" sz="2287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POST:</a:t>
              </a:r>
              <a:r>
                <a:rPr lang="en-US" sz="22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Sends data to the server to create a new resource or trigger a server-side operation (e.g., form submissions).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90451" y="5910635"/>
            <a:ext cx="16307098" cy="565994"/>
            <a:chOff x="0" y="0"/>
            <a:chExt cx="21742797" cy="75465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742797" cy="754658"/>
            </a:xfrm>
            <a:custGeom>
              <a:avLst/>
              <a:gdLst/>
              <a:ahLst/>
              <a:cxnLst/>
              <a:rect l="l" t="t" r="r" b="b"/>
              <a:pathLst>
                <a:path w="21742797" h="754658">
                  <a:moveTo>
                    <a:pt x="0" y="0"/>
                  </a:moveTo>
                  <a:lnTo>
                    <a:pt x="21742797" y="0"/>
                  </a:lnTo>
                  <a:lnTo>
                    <a:pt x="21742797" y="754658"/>
                  </a:lnTo>
                  <a:lnTo>
                    <a:pt x="0" y="75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21742797" cy="8499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4984" lvl="1" indent="-172492" algn="l">
                <a:lnSpc>
                  <a:spcPts val="3725"/>
                </a:lnSpc>
                <a:buFont typeface="Arial"/>
                <a:buChar char="•"/>
              </a:pPr>
              <a:r>
                <a:rPr lang="en-US" sz="2287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PUT:</a:t>
              </a:r>
              <a:r>
                <a:rPr lang="en-US" sz="22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Replaces the current state of the resource with the new data.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90451" y="6761523"/>
            <a:ext cx="16307098" cy="565994"/>
            <a:chOff x="0" y="0"/>
            <a:chExt cx="21742797" cy="75465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742797" cy="754658"/>
            </a:xfrm>
            <a:custGeom>
              <a:avLst/>
              <a:gdLst/>
              <a:ahLst/>
              <a:cxnLst/>
              <a:rect l="l" t="t" r="r" b="b"/>
              <a:pathLst>
                <a:path w="21742797" h="754658">
                  <a:moveTo>
                    <a:pt x="0" y="0"/>
                  </a:moveTo>
                  <a:lnTo>
                    <a:pt x="21742797" y="0"/>
                  </a:lnTo>
                  <a:lnTo>
                    <a:pt x="21742797" y="754658"/>
                  </a:lnTo>
                  <a:lnTo>
                    <a:pt x="0" y="75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0"/>
              <a:ext cx="21742797" cy="8499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4984" lvl="1" indent="-172492" algn="l">
                <a:lnSpc>
                  <a:spcPts val="3725"/>
                </a:lnSpc>
                <a:buFont typeface="Arial"/>
                <a:buChar char="•"/>
              </a:pPr>
              <a:r>
                <a:rPr lang="en-US" sz="2287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DELETE:</a:t>
              </a:r>
              <a:r>
                <a:rPr lang="en-US" sz="22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Deletes the specified resource.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90451" y="7612410"/>
            <a:ext cx="16307098" cy="565994"/>
            <a:chOff x="0" y="0"/>
            <a:chExt cx="21742797" cy="75465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742797" cy="754658"/>
            </a:xfrm>
            <a:custGeom>
              <a:avLst/>
              <a:gdLst/>
              <a:ahLst/>
              <a:cxnLst/>
              <a:rect l="l" t="t" r="r" b="b"/>
              <a:pathLst>
                <a:path w="21742797" h="754658">
                  <a:moveTo>
                    <a:pt x="0" y="0"/>
                  </a:moveTo>
                  <a:lnTo>
                    <a:pt x="21742797" y="0"/>
                  </a:lnTo>
                  <a:lnTo>
                    <a:pt x="21742797" y="754658"/>
                  </a:lnTo>
                  <a:lnTo>
                    <a:pt x="0" y="75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0"/>
              <a:ext cx="21742797" cy="8499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4984" lvl="1" indent="-172492" algn="l">
                <a:lnSpc>
                  <a:spcPts val="3725"/>
                </a:lnSpc>
                <a:buFont typeface="Arial"/>
                <a:buChar char="•"/>
              </a:pPr>
              <a:r>
                <a:rPr lang="en-US" sz="2287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PATCH:</a:t>
              </a:r>
              <a:r>
                <a:rPr lang="en-US" sz="22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Partially updates a resource.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90451" y="8435355"/>
            <a:ext cx="16307098" cy="565994"/>
            <a:chOff x="0" y="0"/>
            <a:chExt cx="21742797" cy="75465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742797" cy="754658"/>
            </a:xfrm>
            <a:custGeom>
              <a:avLst/>
              <a:gdLst/>
              <a:ahLst/>
              <a:cxnLst/>
              <a:rect l="l" t="t" r="r" b="b"/>
              <a:pathLst>
                <a:path w="21742797" h="754658">
                  <a:moveTo>
                    <a:pt x="0" y="0"/>
                  </a:moveTo>
                  <a:lnTo>
                    <a:pt x="21742797" y="0"/>
                  </a:lnTo>
                  <a:lnTo>
                    <a:pt x="21742797" y="754658"/>
                  </a:lnTo>
                  <a:lnTo>
                    <a:pt x="0" y="75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0"/>
              <a:ext cx="21742797" cy="8499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4984" lvl="1" indent="-172492" algn="l">
                <a:lnSpc>
                  <a:spcPts val="3725"/>
                </a:lnSpc>
                <a:buFont typeface="Arial"/>
                <a:buChar char="•"/>
              </a:pPr>
              <a:r>
                <a:rPr lang="en-US" sz="2287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HEAD:</a:t>
              </a:r>
              <a:r>
                <a:rPr lang="en-US" sz="22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Similar to GET but only requests the headers, not the body of the response.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90451" y="9258300"/>
            <a:ext cx="16307098" cy="565994"/>
            <a:chOff x="0" y="0"/>
            <a:chExt cx="21742797" cy="75465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1742797" cy="754658"/>
            </a:xfrm>
            <a:custGeom>
              <a:avLst/>
              <a:gdLst/>
              <a:ahLst/>
              <a:cxnLst/>
              <a:rect l="l" t="t" r="r" b="b"/>
              <a:pathLst>
                <a:path w="21742797" h="754658">
                  <a:moveTo>
                    <a:pt x="0" y="0"/>
                  </a:moveTo>
                  <a:lnTo>
                    <a:pt x="21742797" y="0"/>
                  </a:lnTo>
                  <a:lnTo>
                    <a:pt x="21742797" y="754658"/>
                  </a:lnTo>
                  <a:lnTo>
                    <a:pt x="0" y="75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0"/>
              <a:ext cx="21742797" cy="8499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4984" lvl="1" indent="-172492" algn="l">
                <a:lnSpc>
                  <a:spcPts val="3725"/>
                </a:lnSpc>
                <a:buFont typeface="Arial"/>
                <a:buChar char="•"/>
              </a:pPr>
              <a:r>
                <a:rPr lang="en-US" sz="2287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OPTIONS:</a:t>
              </a:r>
              <a:r>
                <a:rPr lang="en-US" sz="22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Retrieves the allowed HTTP methods and other capabilities supported by the server.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2219" y="727472"/>
            <a:ext cx="6015930" cy="751880"/>
            <a:chOff x="0" y="0"/>
            <a:chExt cx="8021240" cy="10025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021240" cy="1002507"/>
            </a:xfrm>
            <a:custGeom>
              <a:avLst/>
              <a:gdLst/>
              <a:ahLst/>
              <a:cxnLst/>
              <a:rect l="l" t="t" r="r" b="b"/>
              <a:pathLst>
                <a:path w="8021240" h="1002507">
                  <a:moveTo>
                    <a:pt x="0" y="0"/>
                  </a:moveTo>
                  <a:lnTo>
                    <a:pt x="8021240" y="0"/>
                  </a:lnTo>
                  <a:lnTo>
                    <a:pt x="8021240" y="1002507"/>
                  </a:lnTo>
                  <a:lnTo>
                    <a:pt x="0" y="10025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8021240" cy="10215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74"/>
                </a:lnSpc>
              </a:pPr>
              <a:r>
                <a:rPr lang="en-US" sz="4687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Requests Library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42219" y="1960512"/>
            <a:ext cx="16603564" cy="962322"/>
            <a:chOff x="0" y="0"/>
            <a:chExt cx="22138085" cy="12830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38084" cy="1283097"/>
            </a:xfrm>
            <a:custGeom>
              <a:avLst/>
              <a:gdLst/>
              <a:ahLst/>
              <a:cxnLst/>
              <a:rect l="l" t="t" r="r" b="b"/>
              <a:pathLst>
                <a:path w="22138084" h="1283097">
                  <a:moveTo>
                    <a:pt x="0" y="0"/>
                  </a:moveTo>
                  <a:lnTo>
                    <a:pt x="22138084" y="0"/>
                  </a:lnTo>
                  <a:lnTo>
                    <a:pt x="22138084" y="1283097"/>
                  </a:lnTo>
                  <a:lnTo>
                    <a:pt x="0" y="12830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2138085" cy="13783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50"/>
                </a:lnSpc>
              </a:pPr>
              <a:r>
                <a:rPr lang="en-US" sz="23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The </a:t>
              </a:r>
              <a:r>
                <a:rPr lang="en-US" sz="2312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Requests Library</a:t>
              </a:r>
              <a:r>
                <a:rPr lang="en-US" sz="23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is a popular Python library used to send HTTP requests and handle responses in a simple and efficient way.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37456" y="3459510"/>
            <a:ext cx="3893492" cy="2281089"/>
            <a:chOff x="0" y="0"/>
            <a:chExt cx="5191323" cy="3041452"/>
          </a:xfrm>
        </p:grpSpPr>
        <p:sp>
          <p:nvSpPr>
            <p:cNvPr id="12" name="Freeform 12"/>
            <p:cNvSpPr/>
            <p:nvPr/>
          </p:nvSpPr>
          <p:spPr>
            <a:xfrm>
              <a:off x="6350" y="6350"/>
              <a:ext cx="5178679" cy="3028696"/>
            </a:xfrm>
            <a:custGeom>
              <a:avLst/>
              <a:gdLst/>
              <a:ahLst/>
              <a:cxnLst/>
              <a:rect l="l" t="t" r="r" b="b"/>
              <a:pathLst>
                <a:path w="5178679" h="3028696">
                  <a:moveTo>
                    <a:pt x="0" y="134747"/>
                  </a:moveTo>
                  <a:cubicBezTo>
                    <a:pt x="0" y="60325"/>
                    <a:pt x="60452" y="0"/>
                    <a:pt x="135001" y="0"/>
                  </a:cubicBezTo>
                  <a:lnTo>
                    <a:pt x="5043678" y="0"/>
                  </a:lnTo>
                  <a:cubicBezTo>
                    <a:pt x="5118227" y="0"/>
                    <a:pt x="5178679" y="60325"/>
                    <a:pt x="5178679" y="134747"/>
                  </a:cubicBezTo>
                  <a:lnTo>
                    <a:pt x="5178679" y="2893949"/>
                  </a:lnTo>
                  <a:cubicBezTo>
                    <a:pt x="5178679" y="2968371"/>
                    <a:pt x="5118227" y="3028696"/>
                    <a:pt x="5043678" y="3028696"/>
                  </a:cubicBezTo>
                  <a:lnTo>
                    <a:pt x="135001" y="3028696"/>
                  </a:lnTo>
                  <a:cubicBezTo>
                    <a:pt x="60452" y="3028696"/>
                    <a:pt x="0" y="2968371"/>
                    <a:pt x="0" y="289394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5191379" cy="3041396"/>
            </a:xfrm>
            <a:custGeom>
              <a:avLst/>
              <a:gdLst/>
              <a:ahLst/>
              <a:cxnLst/>
              <a:rect l="l" t="t" r="r" b="b"/>
              <a:pathLst>
                <a:path w="5191379" h="3041396">
                  <a:moveTo>
                    <a:pt x="0" y="141097"/>
                  </a:moveTo>
                  <a:cubicBezTo>
                    <a:pt x="0" y="63119"/>
                    <a:pt x="63246" y="0"/>
                    <a:pt x="141351" y="0"/>
                  </a:cubicBezTo>
                  <a:lnTo>
                    <a:pt x="5050028" y="0"/>
                  </a:lnTo>
                  <a:lnTo>
                    <a:pt x="5050028" y="6350"/>
                  </a:lnTo>
                  <a:lnTo>
                    <a:pt x="5050028" y="0"/>
                  </a:lnTo>
                  <a:cubicBezTo>
                    <a:pt x="5128133" y="0"/>
                    <a:pt x="5191379" y="63119"/>
                    <a:pt x="5191379" y="141097"/>
                  </a:cubicBezTo>
                  <a:lnTo>
                    <a:pt x="5185029" y="141097"/>
                  </a:lnTo>
                  <a:lnTo>
                    <a:pt x="5191379" y="141097"/>
                  </a:lnTo>
                  <a:lnTo>
                    <a:pt x="5191379" y="2900299"/>
                  </a:lnTo>
                  <a:lnTo>
                    <a:pt x="5185029" y="2900299"/>
                  </a:lnTo>
                  <a:lnTo>
                    <a:pt x="5191379" y="2900299"/>
                  </a:lnTo>
                  <a:cubicBezTo>
                    <a:pt x="5191379" y="2978277"/>
                    <a:pt x="5128133" y="3041396"/>
                    <a:pt x="5050028" y="3041396"/>
                  </a:cubicBezTo>
                  <a:lnTo>
                    <a:pt x="5050028" y="3035046"/>
                  </a:lnTo>
                  <a:lnTo>
                    <a:pt x="5050028" y="3041396"/>
                  </a:lnTo>
                  <a:lnTo>
                    <a:pt x="141351" y="3041396"/>
                  </a:lnTo>
                  <a:lnTo>
                    <a:pt x="141351" y="3035046"/>
                  </a:lnTo>
                  <a:lnTo>
                    <a:pt x="141351" y="3041396"/>
                  </a:lnTo>
                  <a:cubicBezTo>
                    <a:pt x="63246" y="3041396"/>
                    <a:pt x="0" y="2978277"/>
                    <a:pt x="0" y="2900299"/>
                  </a:cubicBezTo>
                  <a:lnTo>
                    <a:pt x="0" y="141097"/>
                  </a:lnTo>
                  <a:lnTo>
                    <a:pt x="6350" y="141097"/>
                  </a:lnTo>
                  <a:lnTo>
                    <a:pt x="0" y="141097"/>
                  </a:lnTo>
                  <a:moveTo>
                    <a:pt x="12700" y="141097"/>
                  </a:moveTo>
                  <a:lnTo>
                    <a:pt x="12700" y="2900299"/>
                  </a:lnTo>
                  <a:lnTo>
                    <a:pt x="6350" y="2900299"/>
                  </a:lnTo>
                  <a:lnTo>
                    <a:pt x="12700" y="2900299"/>
                  </a:lnTo>
                  <a:cubicBezTo>
                    <a:pt x="12700" y="2971165"/>
                    <a:pt x="70231" y="3028696"/>
                    <a:pt x="141351" y="3028696"/>
                  </a:cubicBezTo>
                  <a:lnTo>
                    <a:pt x="5050028" y="3028696"/>
                  </a:lnTo>
                  <a:cubicBezTo>
                    <a:pt x="5121021" y="3028696"/>
                    <a:pt x="5178679" y="2971165"/>
                    <a:pt x="5178679" y="2900299"/>
                  </a:cubicBezTo>
                  <a:lnTo>
                    <a:pt x="5178679" y="141097"/>
                  </a:lnTo>
                  <a:cubicBezTo>
                    <a:pt x="5178679" y="70231"/>
                    <a:pt x="5121021" y="12700"/>
                    <a:pt x="5050028" y="12700"/>
                  </a:cubicBezTo>
                  <a:lnTo>
                    <a:pt x="141351" y="12700"/>
                  </a:lnTo>
                  <a:lnTo>
                    <a:pt x="141351" y="6350"/>
                  </a:lnTo>
                  <a:lnTo>
                    <a:pt x="141351" y="12700"/>
                  </a:lnTo>
                  <a:cubicBezTo>
                    <a:pt x="70231" y="12700"/>
                    <a:pt x="12700" y="70231"/>
                    <a:pt x="12700" y="141097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80220" y="3714304"/>
            <a:ext cx="3007965" cy="463029"/>
            <a:chOff x="0" y="0"/>
            <a:chExt cx="4010620" cy="6173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10620" cy="617372"/>
            </a:xfrm>
            <a:custGeom>
              <a:avLst/>
              <a:gdLst/>
              <a:ahLst/>
              <a:cxnLst/>
              <a:rect l="l" t="t" r="r" b="b"/>
              <a:pathLst>
                <a:path w="4010620" h="617372">
                  <a:moveTo>
                    <a:pt x="0" y="0"/>
                  </a:moveTo>
                  <a:lnTo>
                    <a:pt x="4010620" y="0"/>
                  </a:lnTo>
                  <a:lnTo>
                    <a:pt x="4010620" y="617372"/>
                  </a:lnTo>
                  <a:lnTo>
                    <a:pt x="0" y="6173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4010620" cy="6364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4"/>
                </a:lnSpc>
              </a:pPr>
              <a:r>
                <a:rPr lang="en-US" sz="2412" b="1">
                  <a:solidFill>
                    <a:srgbClr val="000000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response.text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92250" y="4330750"/>
            <a:ext cx="3383905" cy="1268340"/>
            <a:chOff x="0" y="0"/>
            <a:chExt cx="4511873" cy="16911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511873" cy="1691120"/>
            </a:xfrm>
            <a:custGeom>
              <a:avLst/>
              <a:gdLst/>
              <a:ahLst/>
              <a:cxnLst/>
              <a:rect l="l" t="t" r="r" b="b"/>
              <a:pathLst>
                <a:path w="4511873" h="1691120">
                  <a:moveTo>
                    <a:pt x="0" y="0"/>
                  </a:moveTo>
                  <a:lnTo>
                    <a:pt x="4511873" y="0"/>
                  </a:lnTo>
                  <a:lnTo>
                    <a:pt x="4511873" y="1691120"/>
                  </a:lnTo>
                  <a:lnTo>
                    <a:pt x="0" y="1691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4511873" cy="17673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9"/>
                </a:lnSpc>
              </a:pPr>
              <a:r>
                <a:rPr lang="en-US" sz="207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Contains the server’s response as a string (e.g., HTML or text).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961930" y="3459510"/>
            <a:ext cx="3893492" cy="2281089"/>
            <a:chOff x="0" y="0"/>
            <a:chExt cx="5191323" cy="3041452"/>
          </a:xfrm>
        </p:grpSpPr>
        <p:sp>
          <p:nvSpPr>
            <p:cNvPr id="21" name="Freeform 21"/>
            <p:cNvSpPr/>
            <p:nvPr/>
          </p:nvSpPr>
          <p:spPr>
            <a:xfrm>
              <a:off x="6350" y="6350"/>
              <a:ext cx="5178679" cy="3028696"/>
            </a:xfrm>
            <a:custGeom>
              <a:avLst/>
              <a:gdLst/>
              <a:ahLst/>
              <a:cxnLst/>
              <a:rect l="l" t="t" r="r" b="b"/>
              <a:pathLst>
                <a:path w="5178679" h="3028696">
                  <a:moveTo>
                    <a:pt x="0" y="134747"/>
                  </a:moveTo>
                  <a:cubicBezTo>
                    <a:pt x="0" y="60325"/>
                    <a:pt x="60452" y="0"/>
                    <a:pt x="135001" y="0"/>
                  </a:cubicBezTo>
                  <a:lnTo>
                    <a:pt x="5043678" y="0"/>
                  </a:lnTo>
                  <a:cubicBezTo>
                    <a:pt x="5118227" y="0"/>
                    <a:pt x="5178679" y="60325"/>
                    <a:pt x="5178679" y="134747"/>
                  </a:cubicBezTo>
                  <a:lnTo>
                    <a:pt x="5178679" y="2893949"/>
                  </a:lnTo>
                  <a:cubicBezTo>
                    <a:pt x="5178679" y="2968371"/>
                    <a:pt x="5118227" y="3028696"/>
                    <a:pt x="5043678" y="3028696"/>
                  </a:cubicBezTo>
                  <a:lnTo>
                    <a:pt x="135001" y="3028696"/>
                  </a:lnTo>
                  <a:cubicBezTo>
                    <a:pt x="60452" y="3028696"/>
                    <a:pt x="0" y="2968371"/>
                    <a:pt x="0" y="289394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5191379" cy="3041396"/>
            </a:xfrm>
            <a:custGeom>
              <a:avLst/>
              <a:gdLst/>
              <a:ahLst/>
              <a:cxnLst/>
              <a:rect l="l" t="t" r="r" b="b"/>
              <a:pathLst>
                <a:path w="5191379" h="3041396">
                  <a:moveTo>
                    <a:pt x="0" y="141097"/>
                  </a:moveTo>
                  <a:cubicBezTo>
                    <a:pt x="0" y="63119"/>
                    <a:pt x="63246" y="0"/>
                    <a:pt x="141351" y="0"/>
                  </a:cubicBezTo>
                  <a:lnTo>
                    <a:pt x="5050028" y="0"/>
                  </a:lnTo>
                  <a:lnTo>
                    <a:pt x="5050028" y="6350"/>
                  </a:lnTo>
                  <a:lnTo>
                    <a:pt x="5050028" y="0"/>
                  </a:lnTo>
                  <a:cubicBezTo>
                    <a:pt x="5128133" y="0"/>
                    <a:pt x="5191379" y="63119"/>
                    <a:pt x="5191379" y="141097"/>
                  </a:cubicBezTo>
                  <a:lnTo>
                    <a:pt x="5185029" y="141097"/>
                  </a:lnTo>
                  <a:lnTo>
                    <a:pt x="5191379" y="141097"/>
                  </a:lnTo>
                  <a:lnTo>
                    <a:pt x="5191379" y="2900299"/>
                  </a:lnTo>
                  <a:lnTo>
                    <a:pt x="5185029" y="2900299"/>
                  </a:lnTo>
                  <a:lnTo>
                    <a:pt x="5191379" y="2900299"/>
                  </a:lnTo>
                  <a:cubicBezTo>
                    <a:pt x="5191379" y="2978277"/>
                    <a:pt x="5128133" y="3041396"/>
                    <a:pt x="5050028" y="3041396"/>
                  </a:cubicBezTo>
                  <a:lnTo>
                    <a:pt x="5050028" y="3035046"/>
                  </a:lnTo>
                  <a:lnTo>
                    <a:pt x="5050028" y="3041396"/>
                  </a:lnTo>
                  <a:lnTo>
                    <a:pt x="141351" y="3041396"/>
                  </a:lnTo>
                  <a:lnTo>
                    <a:pt x="141351" y="3035046"/>
                  </a:lnTo>
                  <a:lnTo>
                    <a:pt x="141351" y="3041396"/>
                  </a:lnTo>
                  <a:cubicBezTo>
                    <a:pt x="63246" y="3041396"/>
                    <a:pt x="0" y="2978277"/>
                    <a:pt x="0" y="2900299"/>
                  </a:cubicBezTo>
                  <a:lnTo>
                    <a:pt x="0" y="141097"/>
                  </a:lnTo>
                  <a:lnTo>
                    <a:pt x="6350" y="141097"/>
                  </a:lnTo>
                  <a:lnTo>
                    <a:pt x="0" y="141097"/>
                  </a:lnTo>
                  <a:moveTo>
                    <a:pt x="12700" y="141097"/>
                  </a:moveTo>
                  <a:lnTo>
                    <a:pt x="12700" y="2900299"/>
                  </a:lnTo>
                  <a:lnTo>
                    <a:pt x="6350" y="2900299"/>
                  </a:lnTo>
                  <a:lnTo>
                    <a:pt x="12700" y="2900299"/>
                  </a:lnTo>
                  <a:cubicBezTo>
                    <a:pt x="12700" y="2971165"/>
                    <a:pt x="70231" y="3028696"/>
                    <a:pt x="141351" y="3028696"/>
                  </a:cubicBezTo>
                  <a:lnTo>
                    <a:pt x="5050028" y="3028696"/>
                  </a:lnTo>
                  <a:cubicBezTo>
                    <a:pt x="5121021" y="3028696"/>
                    <a:pt x="5178679" y="2971165"/>
                    <a:pt x="5178679" y="2900299"/>
                  </a:cubicBezTo>
                  <a:lnTo>
                    <a:pt x="5178679" y="141097"/>
                  </a:lnTo>
                  <a:cubicBezTo>
                    <a:pt x="5178679" y="70231"/>
                    <a:pt x="5121021" y="12700"/>
                    <a:pt x="5050028" y="12700"/>
                  </a:cubicBezTo>
                  <a:lnTo>
                    <a:pt x="141351" y="12700"/>
                  </a:lnTo>
                  <a:lnTo>
                    <a:pt x="141351" y="6350"/>
                  </a:lnTo>
                  <a:lnTo>
                    <a:pt x="141351" y="12700"/>
                  </a:lnTo>
                  <a:cubicBezTo>
                    <a:pt x="70231" y="12700"/>
                    <a:pt x="12700" y="70231"/>
                    <a:pt x="12700" y="141097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961930" y="3715321"/>
            <a:ext cx="3638699" cy="463029"/>
            <a:chOff x="0" y="0"/>
            <a:chExt cx="4851598" cy="61737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51598" cy="617372"/>
            </a:xfrm>
            <a:custGeom>
              <a:avLst/>
              <a:gdLst/>
              <a:ahLst/>
              <a:cxnLst/>
              <a:rect l="l" t="t" r="r" b="b"/>
              <a:pathLst>
                <a:path w="4851598" h="617372">
                  <a:moveTo>
                    <a:pt x="0" y="0"/>
                  </a:moveTo>
                  <a:lnTo>
                    <a:pt x="4851598" y="0"/>
                  </a:lnTo>
                  <a:lnTo>
                    <a:pt x="4851598" y="617372"/>
                  </a:lnTo>
                  <a:lnTo>
                    <a:pt x="0" y="6173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4851598" cy="6364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4"/>
                </a:lnSpc>
              </a:pPr>
              <a:r>
                <a:rPr lang="en-US" sz="2412" b="1">
                  <a:solidFill>
                    <a:srgbClr val="000000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response.status_code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16724" y="4330750"/>
            <a:ext cx="3383905" cy="1268340"/>
            <a:chOff x="0" y="0"/>
            <a:chExt cx="4511873" cy="16911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511873" cy="1691120"/>
            </a:xfrm>
            <a:custGeom>
              <a:avLst/>
              <a:gdLst/>
              <a:ahLst/>
              <a:cxnLst/>
              <a:rect l="l" t="t" r="r" b="b"/>
              <a:pathLst>
                <a:path w="4511873" h="1691120">
                  <a:moveTo>
                    <a:pt x="0" y="0"/>
                  </a:moveTo>
                  <a:lnTo>
                    <a:pt x="4511873" y="0"/>
                  </a:lnTo>
                  <a:lnTo>
                    <a:pt x="4511873" y="1691120"/>
                  </a:lnTo>
                  <a:lnTo>
                    <a:pt x="0" y="1691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76200"/>
              <a:ext cx="4511873" cy="17673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9"/>
                </a:lnSpc>
              </a:pPr>
              <a:r>
                <a:rPr lang="en-US" sz="207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Returns the HTTP status code (e.g., 200 for success, 404 for not found).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7456" y="5971580"/>
            <a:ext cx="3893492" cy="2666108"/>
            <a:chOff x="0" y="0"/>
            <a:chExt cx="5191323" cy="3554810"/>
          </a:xfrm>
        </p:grpSpPr>
        <p:sp>
          <p:nvSpPr>
            <p:cNvPr id="30" name="Freeform 30"/>
            <p:cNvSpPr/>
            <p:nvPr/>
          </p:nvSpPr>
          <p:spPr>
            <a:xfrm>
              <a:off x="6350" y="6350"/>
              <a:ext cx="5178552" cy="3542157"/>
            </a:xfrm>
            <a:custGeom>
              <a:avLst/>
              <a:gdLst/>
              <a:ahLst/>
              <a:cxnLst/>
              <a:rect l="l" t="t" r="r" b="b"/>
              <a:pathLst>
                <a:path w="5178552" h="3542157">
                  <a:moveTo>
                    <a:pt x="0" y="134747"/>
                  </a:moveTo>
                  <a:cubicBezTo>
                    <a:pt x="0" y="60325"/>
                    <a:pt x="60452" y="0"/>
                    <a:pt x="134874" y="0"/>
                  </a:cubicBezTo>
                  <a:lnTo>
                    <a:pt x="5043678" y="0"/>
                  </a:lnTo>
                  <a:cubicBezTo>
                    <a:pt x="5118227" y="0"/>
                    <a:pt x="5178552" y="60325"/>
                    <a:pt x="5178552" y="134747"/>
                  </a:cubicBezTo>
                  <a:lnTo>
                    <a:pt x="5178552" y="3407283"/>
                  </a:lnTo>
                  <a:cubicBezTo>
                    <a:pt x="5178552" y="3481705"/>
                    <a:pt x="5118100" y="3542030"/>
                    <a:pt x="5043678" y="3542030"/>
                  </a:cubicBezTo>
                  <a:lnTo>
                    <a:pt x="134874" y="3542030"/>
                  </a:lnTo>
                  <a:cubicBezTo>
                    <a:pt x="60452" y="3542157"/>
                    <a:pt x="0" y="3481705"/>
                    <a:pt x="0" y="340728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5191252" cy="3554857"/>
            </a:xfrm>
            <a:custGeom>
              <a:avLst/>
              <a:gdLst/>
              <a:ahLst/>
              <a:cxnLst/>
              <a:rect l="l" t="t" r="r" b="b"/>
              <a:pathLst>
                <a:path w="5191252" h="3554857">
                  <a:moveTo>
                    <a:pt x="0" y="141097"/>
                  </a:moveTo>
                  <a:cubicBezTo>
                    <a:pt x="0" y="63119"/>
                    <a:pt x="63246" y="0"/>
                    <a:pt x="141224" y="0"/>
                  </a:cubicBezTo>
                  <a:lnTo>
                    <a:pt x="5050028" y="0"/>
                  </a:lnTo>
                  <a:lnTo>
                    <a:pt x="5050028" y="6350"/>
                  </a:lnTo>
                  <a:lnTo>
                    <a:pt x="5050028" y="0"/>
                  </a:lnTo>
                  <a:cubicBezTo>
                    <a:pt x="5128006" y="0"/>
                    <a:pt x="5191252" y="63119"/>
                    <a:pt x="5191252" y="141097"/>
                  </a:cubicBezTo>
                  <a:lnTo>
                    <a:pt x="5184902" y="141097"/>
                  </a:lnTo>
                  <a:lnTo>
                    <a:pt x="5191252" y="141097"/>
                  </a:lnTo>
                  <a:lnTo>
                    <a:pt x="5191252" y="3413633"/>
                  </a:lnTo>
                  <a:lnTo>
                    <a:pt x="5184902" y="3413633"/>
                  </a:lnTo>
                  <a:lnTo>
                    <a:pt x="5191252" y="3413633"/>
                  </a:lnTo>
                  <a:cubicBezTo>
                    <a:pt x="5191252" y="3491611"/>
                    <a:pt x="5128006" y="3554730"/>
                    <a:pt x="5050028" y="3554730"/>
                  </a:cubicBezTo>
                  <a:lnTo>
                    <a:pt x="5050028" y="3548380"/>
                  </a:lnTo>
                  <a:lnTo>
                    <a:pt x="5050028" y="3554730"/>
                  </a:lnTo>
                  <a:lnTo>
                    <a:pt x="141224" y="3554730"/>
                  </a:lnTo>
                  <a:lnTo>
                    <a:pt x="141224" y="3548380"/>
                  </a:lnTo>
                  <a:lnTo>
                    <a:pt x="141224" y="3554730"/>
                  </a:lnTo>
                  <a:cubicBezTo>
                    <a:pt x="63246" y="3554857"/>
                    <a:pt x="0" y="3491611"/>
                    <a:pt x="0" y="3413633"/>
                  </a:cubicBezTo>
                  <a:lnTo>
                    <a:pt x="0" y="141097"/>
                  </a:lnTo>
                  <a:lnTo>
                    <a:pt x="6350" y="141097"/>
                  </a:lnTo>
                  <a:lnTo>
                    <a:pt x="0" y="141097"/>
                  </a:lnTo>
                  <a:moveTo>
                    <a:pt x="12700" y="141097"/>
                  </a:moveTo>
                  <a:lnTo>
                    <a:pt x="12700" y="3413633"/>
                  </a:lnTo>
                  <a:lnTo>
                    <a:pt x="6350" y="3413633"/>
                  </a:lnTo>
                  <a:lnTo>
                    <a:pt x="12700" y="3413633"/>
                  </a:lnTo>
                  <a:cubicBezTo>
                    <a:pt x="12700" y="3484499"/>
                    <a:pt x="70231" y="3542030"/>
                    <a:pt x="141224" y="3542030"/>
                  </a:cubicBezTo>
                  <a:lnTo>
                    <a:pt x="5050028" y="3542030"/>
                  </a:lnTo>
                  <a:cubicBezTo>
                    <a:pt x="5121021" y="3542030"/>
                    <a:pt x="5178552" y="3484499"/>
                    <a:pt x="5178552" y="3413633"/>
                  </a:cubicBezTo>
                  <a:lnTo>
                    <a:pt x="5178552" y="141097"/>
                  </a:lnTo>
                  <a:cubicBezTo>
                    <a:pt x="5178679" y="70231"/>
                    <a:pt x="5121021" y="12700"/>
                    <a:pt x="5050028" y="12700"/>
                  </a:cubicBezTo>
                  <a:lnTo>
                    <a:pt x="141224" y="12700"/>
                  </a:lnTo>
                  <a:lnTo>
                    <a:pt x="141224" y="6350"/>
                  </a:lnTo>
                  <a:lnTo>
                    <a:pt x="141224" y="12700"/>
                  </a:lnTo>
                  <a:cubicBezTo>
                    <a:pt x="70231" y="12700"/>
                    <a:pt x="12700" y="70231"/>
                    <a:pt x="12700" y="141097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80220" y="6226374"/>
            <a:ext cx="3007965" cy="463029"/>
            <a:chOff x="0" y="0"/>
            <a:chExt cx="4010620" cy="61737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010620" cy="617372"/>
            </a:xfrm>
            <a:custGeom>
              <a:avLst/>
              <a:gdLst/>
              <a:ahLst/>
              <a:cxnLst/>
              <a:rect l="l" t="t" r="r" b="b"/>
              <a:pathLst>
                <a:path w="4010620" h="617372">
                  <a:moveTo>
                    <a:pt x="0" y="0"/>
                  </a:moveTo>
                  <a:lnTo>
                    <a:pt x="4010620" y="0"/>
                  </a:lnTo>
                  <a:lnTo>
                    <a:pt x="4010620" y="617372"/>
                  </a:lnTo>
                  <a:lnTo>
                    <a:pt x="0" y="6173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4010620" cy="6364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4"/>
                </a:lnSpc>
              </a:pPr>
              <a:r>
                <a:rPr lang="en-US" sz="2412" b="1">
                  <a:solidFill>
                    <a:srgbClr val="000000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response.content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92250" y="6842820"/>
            <a:ext cx="3383905" cy="1687440"/>
            <a:chOff x="0" y="0"/>
            <a:chExt cx="4511873" cy="22499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511873" cy="2249920"/>
            </a:xfrm>
            <a:custGeom>
              <a:avLst/>
              <a:gdLst/>
              <a:ahLst/>
              <a:cxnLst/>
              <a:rect l="l" t="t" r="r" b="b"/>
              <a:pathLst>
                <a:path w="4511873" h="2249920">
                  <a:moveTo>
                    <a:pt x="0" y="0"/>
                  </a:moveTo>
                  <a:lnTo>
                    <a:pt x="4511873" y="0"/>
                  </a:lnTo>
                  <a:lnTo>
                    <a:pt x="4511873" y="2249920"/>
                  </a:lnTo>
                  <a:lnTo>
                    <a:pt x="0" y="2249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76200"/>
              <a:ext cx="4511873" cy="2326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9"/>
                </a:lnSpc>
              </a:pPr>
              <a:r>
                <a:rPr lang="en-US" sz="207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Contains the raw bytes of the response, useful for binary data like images or files.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961930" y="5971580"/>
            <a:ext cx="3893492" cy="2666108"/>
            <a:chOff x="0" y="0"/>
            <a:chExt cx="5191323" cy="3554810"/>
          </a:xfrm>
        </p:grpSpPr>
        <p:sp>
          <p:nvSpPr>
            <p:cNvPr id="39" name="Freeform 39"/>
            <p:cNvSpPr/>
            <p:nvPr/>
          </p:nvSpPr>
          <p:spPr>
            <a:xfrm>
              <a:off x="6350" y="6350"/>
              <a:ext cx="5178552" cy="3542157"/>
            </a:xfrm>
            <a:custGeom>
              <a:avLst/>
              <a:gdLst/>
              <a:ahLst/>
              <a:cxnLst/>
              <a:rect l="l" t="t" r="r" b="b"/>
              <a:pathLst>
                <a:path w="5178552" h="3542157">
                  <a:moveTo>
                    <a:pt x="0" y="134747"/>
                  </a:moveTo>
                  <a:cubicBezTo>
                    <a:pt x="0" y="60325"/>
                    <a:pt x="60452" y="0"/>
                    <a:pt x="134874" y="0"/>
                  </a:cubicBezTo>
                  <a:lnTo>
                    <a:pt x="5043678" y="0"/>
                  </a:lnTo>
                  <a:cubicBezTo>
                    <a:pt x="5118227" y="0"/>
                    <a:pt x="5178552" y="60325"/>
                    <a:pt x="5178552" y="134747"/>
                  </a:cubicBezTo>
                  <a:lnTo>
                    <a:pt x="5178552" y="3407283"/>
                  </a:lnTo>
                  <a:cubicBezTo>
                    <a:pt x="5178552" y="3481705"/>
                    <a:pt x="5118100" y="3542030"/>
                    <a:pt x="5043678" y="3542030"/>
                  </a:cubicBezTo>
                  <a:lnTo>
                    <a:pt x="134874" y="3542030"/>
                  </a:lnTo>
                  <a:cubicBezTo>
                    <a:pt x="60452" y="3542157"/>
                    <a:pt x="0" y="3481705"/>
                    <a:pt x="0" y="340728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5191252" cy="3554857"/>
            </a:xfrm>
            <a:custGeom>
              <a:avLst/>
              <a:gdLst/>
              <a:ahLst/>
              <a:cxnLst/>
              <a:rect l="l" t="t" r="r" b="b"/>
              <a:pathLst>
                <a:path w="5191252" h="3554857">
                  <a:moveTo>
                    <a:pt x="0" y="141097"/>
                  </a:moveTo>
                  <a:cubicBezTo>
                    <a:pt x="0" y="63119"/>
                    <a:pt x="63246" y="0"/>
                    <a:pt x="141224" y="0"/>
                  </a:cubicBezTo>
                  <a:lnTo>
                    <a:pt x="5050028" y="0"/>
                  </a:lnTo>
                  <a:lnTo>
                    <a:pt x="5050028" y="6350"/>
                  </a:lnTo>
                  <a:lnTo>
                    <a:pt x="5050028" y="0"/>
                  </a:lnTo>
                  <a:cubicBezTo>
                    <a:pt x="5128006" y="0"/>
                    <a:pt x="5191252" y="63119"/>
                    <a:pt x="5191252" y="141097"/>
                  </a:cubicBezTo>
                  <a:lnTo>
                    <a:pt x="5184902" y="141097"/>
                  </a:lnTo>
                  <a:lnTo>
                    <a:pt x="5191252" y="141097"/>
                  </a:lnTo>
                  <a:lnTo>
                    <a:pt x="5191252" y="3413633"/>
                  </a:lnTo>
                  <a:lnTo>
                    <a:pt x="5184902" y="3413633"/>
                  </a:lnTo>
                  <a:lnTo>
                    <a:pt x="5191252" y="3413633"/>
                  </a:lnTo>
                  <a:cubicBezTo>
                    <a:pt x="5191252" y="3491611"/>
                    <a:pt x="5128006" y="3554730"/>
                    <a:pt x="5050028" y="3554730"/>
                  </a:cubicBezTo>
                  <a:lnTo>
                    <a:pt x="5050028" y="3548380"/>
                  </a:lnTo>
                  <a:lnTo>
                    <a:pt x="5050028" y="3554730"/>
                  </a:lnTo>
                  <a:lnTo>
                    <a:pt x="141224" y="3554730"/>
                  </a:lnTo>
                  <a:lnTo>
                    <a:pt x="141224" y="3548380"/>
                  </a:lnTo>
                  <a:lnTo>
                    <a:pt x="141224" y="3554730"/>
                  </a:lnTo>
                  <a:cubicBezTo>
                    <a:pt x="63246" y="3554857"/>
                    <a:pt x="0" y="3491611"/>
                    <a:pt x="0" y="3413633"/>
                  </a:cubicBezTo>
                  <a:lnTo>
                    <a:pt x="0" y="141097"/>
                  </a:lnTo>
                  <a:lnTo>
                    <a:pt x="6350" y="141097"/>
                  </a:lnTo>
                  <a:lnTo>
                    <a:pt x="0" y="141097"/>
                  </a:lnTo>
                  <a:moveTo>
                    <a:pt x="12700" y="141097"/>
                  </a:moveTo>
                  <a:lnTo>
                    <a:pt x="12700" y="3413633"/>
                  </a:lnTo>
                  <a:lnTo>
                    <a:pt x="6350" y="3413633"/>
                  </a:lnTo>
                  <a:lnTo>
                    <a:pt x="12700" y="3413633"/>
                  </a:lnTo>
                  <a:cubicBezTo>
                    <a:pt x="12700" y="3484499"/>
                    <a:pt x="70231" y="3542030"/>
                    <a:pt x="141224" y="3542030"/>
                  </a:cubicBezTo>
                  <a:lnTo>
                    <a:pt x="5050028" y="3542030"/>
                  </a:lnTo>
                  <a:cubicBezTo>
                    <a:pt x="5121021" y="3542030"/>
                    <a:pt x="5178552" y="3484499"/>
                    <a:pt x="5178552" y="3413633"/>
                  </a:cubicBezTo>
                  <a:lnTo>
                    <a:pt x="5178552" y="141097"/>
                  </a:lnTo>
                  <a:cubicBezTo>
                    <a:pt x="5178679" y="70231"/>
                    <a:pt x="5121021" y="12700"/>
                    <a:pt x="5050028" y="12700"/>
                  </a:cubicBezTo>
                  <a:lnTo>
                    <a:pt x="141224" y="12700"/>
                  </a:lnTo>
                  <a:lnTo>
                    <a:pt x="141224" y="6350"/>
                  </a:lnTo>
                  <a:lnTo>
                    <a:pt x="141224" y="12700"/>
                  </a:lnTo>
                  <a:cubicBezTo>
                    <a:pt x="70231" y="12700"/>
                    <a:pt x="12700" y="70231"/>
                    <a:pt x="12700" y="141097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404694" y="6226374"/>
            <a:ext cx="3007965" cy="463029"/>
            <a:chOff x="0" y="0"/>
            <a:chExt cx="4010620" cy="61737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010620" cy="617372"/>
            </a:xfrm>
            <a:custGeom>
              <a:avLst/>
              <a:gdLst/>
              <a:ahLst/>
              <a:cxnLst/>
              <a:rect l="l" t="t" r="r" b="b"/>
              <a:pathLst>
                <a:path w="4010620" h="617372">
                  <a:moveTo>
                    <a:pt x="0" y="0"/>
                  </a:moveTo>
                  <a:lnTo>
                    <a:pt x="4010620" y="0"/>
                  </a:lnTo>
                  <a:lnTo>
                    <a:pt x="4010620" y="617372"/>
                  </a:lnTo>
                  <a:lnTo>
                    <a:pt x="0" y="6173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4010620" cy="6364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4"/>
                </a:lnSpc>
              </a:pPr>
              <a:r>
                <a:rPr lang="en-US" sz="2412" b="1">
                  <a:solidFill>
                    <a:srgbClr val="000000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response.json()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216724" y="6842820"/>
            <a:ext cx="3383905" cy="1687440"/>
            <a:chOff x="0" y="0"/>
            <a:chExt cx="4511873" cy="22499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511873" cy="2249920"/>
            </a:xfrm>
            <a:custGeom>
              <a:avLst/>
              <a:gdLst/>
              <a:ahLst/>
              <a:cxnLst/>
              <a:rect l="l" t="t" r="r" b="b"/>
              <a:pathLst>
                <a:path w="4511873" h="2249920">
                  <a:moveTo>
                    <a:pt x="0" y="0"/>
                  </a:moveTo>
                  <a:lnTo>
                    <a:pt x="4511873" y="0"/>
                  </a:lnTo>
                  <a:lnTo>
                    <a:pt x="4511873" y="2249920"/>
                  </a:lnTo>
                  <a:lnTo>
                    <a:pt x="0" y="2249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76200"/>
              <a:ext cx="4511873" cy="2326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9"/>
                </a:lnSpc>
              </a:pPr>
              <a:r>
                <a:rPr lang="en-US" sz="207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Converts a JSON response into a Python dictionary (only works if the response is in JSON format).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447014" y="3464272"/>
            <a:ext cx="8008292" cy="4980980"/>
            <a:chOff x="0" y="0"/>
            <a:chExt cx="10677723" cy="664130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677778" cy="6641338"/>
            </a:xfrm>
            <a:custGeom>
              <a:avLst/>
              <a:gdLst/>
              <a:ahLst/>
              <a:cxnLst/>
              <a:rect l="l" t="t" r="r" b="b"/>
              <a:pathLst>
                <a:path w="10677778" h="6641338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10543032" y="0"/>
                  </a:lnTo>
                  <a:cubicBezTo>
                    <a:pt x="10617453" y="0"/>
                    <a:pt x="10677778" y="60325"/>
                    <a:pt x="10677778" y="134747"/>
                  </a:cubicBezTo>
                  <a:lnTo>
                    <a:pt x="10677778" y="6506591"/>
                  </a:lnTo>
                  <a:cubicBezTo>
                    <a:pt x="10677778" y="6581013"/>
                    <a:pt x="10617453" y="6641338"/>
                    <a:pt x="10543032" y="6641338"/>
                  </a:cubicBezTo>
                  <a:lnTo>
                    <a:pt x="134747" y="6641338"/>
                  </a:lnTo>
                  <a:cubicBezTo>
                    <a:pt x="60325" y="6641338"/>
                    <a:pt x="0" y="6581013"/>
                    <a:pt x="0" y="6506591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435107" y="3464273"/>
            <a:ext cx="8032105" cy="6183416"/>
            <a:chOff x="0" y="0"/>
            <a:chExt cx="10709473" cy="824455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709401" cy="8244586"/>
            </a:xfrm>
            <a:custGeom>
              <a:avLst/>
              <a:gdLst/>
              <a:ahLst/>
              <a:cxnLst/>
              <a:rect l="l" t="t" r="r" b="b"/>
              <a:pathLst>
                <a:path w="10709401" h="8244586">
                  <a:moveTo>
                    <a:pt x="0" y="59753"/>
                  </a:moveTo>
                  <a:cubicBezTo>
                    <a:pt x="0" y="26802"/>
                    <a:pt x="21590" y="0"/>
                    <a:pt x="48133" y="0"/>
                  </a:cubicBezTo>
                  <a:lnTo>
                    <a:pt x="10661269" y="0"/>
                  </a:lnTo>
                  <a:cubicBezTo>
                    <a:pt x="10687812" y="0"/>
                    <a:pt x="10709401" y="26802"/>
                    <a:pt x="10709401" y="59753"/>
                  </a:cubicBezTo>
                  <a:lnTo>
                    <a:pt x="10709401" y="8184841"/>
                  </a:lnTo>
                  <a:cubicBezTo>
                    <a:pt x="10709401" y="8217792"/>
                    <a:pt x="10687812" y="8244586"/>
                    <a:pt x="10661269" y="8244586"/>
                  </a:cubicBezTo>
                  <a:lnTo>
                    <a:pt x="48133" y="8244586"/>
                  </a:lnTo>
                  <a:cubicBezTo>
                    <a:pt x="21590" y="8244586"/>
                    <a:pt x="0" y="8217792"/>
                    <a:pt x="0" y="8184841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675614" y="3644652"/>
            <a:ext cx="7551092" cy="6180617"/>
            <a:chOff x="0" y="0"/>
            <a:chExt cx="10068123" cy="824082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068123" cy="8240822"/>
            </a:xfrm>
            <a:custGeom>
              <a:avLst/>
              <a:gdLst/>
              <a:ahLst/>
              <a:cxnLst/>
              <a:rect l="l" t="t" r="r" b="b"/>
              <a:pathLst>
                <a:path w="10068123" h="8240822">
                  <a:moveTo>
                    <a:pt x="0" y="0"/>
                  </a:moveTo>
                  <a:lnTo>
                    <a:pt x="10068123" y="0"/>
                  </a:lnTo>
                  <a:lnTo>
                    <a:pt x="10068123" y="8240822"/>
                  </a:lnTo>
                  <a:lnTo>
                    <a:pt x="0" y="82408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133350"/>
              <a:ext cx="10068123" cy="83741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99"/>
                </a:lnSpc>
              </a:pPr>
              <a:r>
                <a:rPr lang="en-US" sz="2374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import requests</a:t>
              </a:r>
            </a:p>
            <a:p>
              <a:pPr algn="l">
                <a:lnSpc>
                  <a:spcPts val="3799"/>
                </a:lnSpc>
              </a:pPr>
              <a:endParaRPr lang="en-US" sz="2374">
                <a:solidFill>
                  <a:srgbClr val="403C4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3799"/>
                </a:lnSpc>
              </a:pPr>
              <a:r>
                <a:rPr lang="en-US" sz="2374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# Sending a GET request to a URL</a:t>
              </a:r>
            </a:p>
            <a:p>
              <a:pPr algn="l">
                <a:lnSpc>
                  <a:spcPts val="3799"/>
                </a:lnSpc>
              </a:pPr>
              <a:r>
                <a:rPr lang="en-US" sz="2374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response = requests.get('https://example.com')</a:t>
              </a:r>
            </a:p>
            <a:p>
              <a:pPr algn="l">
                <a:lnSpc>
                  <a:spcPts val="3799"/>
                </a:lnSpc>
              </a:pPr>
              <a:endParaRPr lang="en-US" sz="2374">
                <a:solidFill>
                  <a:srgbClr val="403C4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3799"/>
                </a:lnSpc>
              </a:pPr>
              <a:r>
                <a:rPr lang="en-US" sz="2374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# Checking the status code of the response</a:t>
              </a:r>
            </a:p>
            <a:p>
              <a:pPr algn="l">
                <a:lnSpc>
                  <a:spcPts val="3799"/>
                </a:lnSpc>
              </a:pPr>
              <a:r>
                <a:rPr lang="en-US" sz="2374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if response.status_code == 200:</a:t>
              </a:r>
            </a:p>
            <a:p>
              <a:pPr algn="l">
                <a:lnSpc>
                  <a:spcPts val="3799"/>
                </a:lnSpc>
              </a:pPr>
              <a:r>
                <a:rPr lang="en-US" sz="2374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    print("Request successful!")</a:t>
              </a:r>
            </a:p>
            <a:p>
              <a:pPr algn="l">
                <a:lnSpc>
                  <a:spcPts val="3799"/>
                </a:lnSpc>
              </a:pPr>
              <a:endParaRPr lang="en-US" sz="2374">
                <a:solidFill>
                  <a:srgbClr val="403C4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3799"/>
                </a:lnSpc>
              </a:pPr>
              <a:r>
                <a:rPr lang="en-US" sz="2374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# Print the content of the webpage (HTML)</a:t>
              </a:r>
            </a:p>
            <a:p>
              <a:pPr algn="l">
                <a:lnSpc>
                  <a:spcPts val="3799"/>
                </a:lnSpc>
              </a:pPr>
              <a:r>
                <a:rPr lang="en-US" sz="2374">
                  <a:solidFill>
                    <a:srgbClr val="403C4E"/>
                  </a:solidFill>
                  <a:latin typeface="Consolas"/>
                  <a:ea typeface="Consolas"/>
                  <a:cs typeface="Consolas"/>
                  <a:sym typeface="Consolas"/>
                </a:rPr>
                <a:t>print(response.text)</a:t>
              </a:r>
            </a:p>
            <a:p>
              <a:pPr algn="l">
                <a:lnSpc>
                  <a:spcPts val="3799"/>
                </a:lnSpc>
              </a:pPr>
              <a:endParaRPr lang="en-US" sz="2374">
                <a:solidFill>
                  <a:srgbClr val="403C4E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2237" y="1323826"/>
            <a:ext cx="7088237" cy="964329"/>
            <a:chOff x="0" y="0"/>
            <a:chExt cx="9450983" cy="12857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50984" cy="1285772"/>
            </a:xfrm>
            <a:custGeom>
              <a:avLst/>
              <a:gdLst/>
              <a:ahLst/>
              <a:cxnLst/>
              <a:rect l="l" t="t" r="r" b="b"/>
              <a:pathLst>
                <a:path w="9450984" h="1285772">
                  <a:moveTo>
                    <a:pt x="0" y="0"/>
                  </a:moveTo>
                  <a:lnTo>
                    <a:pt x="9450984" y="0"/>
                  </a:lnTo>
                  <a:lnTo>
                    <a:pt x="9450984" y="1285772"/>
                  </a:lnTo>
                  <a:lnTo>
                    <a:pt x="0" y="12857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9450983" cy="13048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89"/>
                </a:lnSpc>
              </a:pPr>
              <a:r>
                <a:rPr lang="en-US" sz="49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Hands-on Activity!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92238" y="2776835"/>
            <a:ext cx="16303526" cy="566886"/>
            <a:chOff x="0" y="0"/>
            <a:chExt cx="21738035" cy="7558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21738035" cy="860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Task</a:t>
              </a: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3343721"/>
            <a:ext cx="16303526" cy="566886"/>
            <a:chOff x="0" y="0"/>
            <a:chExt cx="21738035" cy="7558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21738035" cy="860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Write a script to fetch and display the HTML content of your desired webpage.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2238" y="4803576"/>
            <a:ext cx="10015240" cy="566886"/>
            <a:chOff x="0" y="0"/>
            <a:chExt cx="13353653" cy="7558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353653" cy="755848"/>
            </a:xfrm>
            <a:custGeom>
              <a:avLst/>
              <a:gdLst/>
              <a:ahLst/>
              <a:cxnLst/>
              <a:rect l="l" t="t" r="r" b="b"/>
              <a:pathLst>
                <a:path w="13353653" h="755848">
                  <a:moveTo>
                    <a:pt x="0" y="0"/>
                  </a:moveTo>
                  <a:lnTo>
                    <a:pt x="13353653" y="0"/>
                  </a:lnTo>
                  <a:lnTo>
                    <a:pt x="1335365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04775"/>
              <a:ext cx="13353653" cy="860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Steps: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2237" y="5625554"/>
            <a:ext cx="10015240" cy="566886"/>
            <a:chOff x="0" y="0"/>
            <a:chExt cx="13353653" cy="7558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353653" cy="755848"/>
            </a:xfrm>
            <a:custGeom>
              <a:avLst/>
              <a:gdLst/>
              <a:ahLst/>
              <a:cxnLst/>
              <a:rect l="l" t="t" r="r" b="b"/>
              <a:pathLst>
                <a:path w="13353653" h="755848">
                  <a:moveTo>
                    <a:pt x="0" y="0"/>
                  </a:moveTo>
                  <a:lnTo>
                    <a:pt x="13353653" y="0"/>
                  </a:lnTo>
                  <a:lnTo>
                    <a:pt x="1335365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04775"/>
              <a:ext cx="13353653" cy="860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75145" lvl="1" indent="-187573" algn="l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Choose any website (e.g., </a:t>
              </a:r>
              <a:r>
                <a:rPr lang="en-US" sz="2487" u="sng">
                  <a:solidFill>
                    <a:srgbClr val="CC3000"/>
                  </a:solidFill>
                  <a:latin typeface="Open Sans"/>
                  <a:ea typeface="Open Sans"/>
                  <a:cs typeface="Open Sans"/>
                  <a:sym typeface="Open Sans"/>
                  <a:hlinkClick r:id="rId4" tooltip="https://bbc.com"/>
                </a:rPr>
                <a:t>https://bbc.com</a:t>
              </a:r>
              <a:r>
                <a:rPr lang="en-US" sz="24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).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92237" y="6291560"/>
            <a:ext cx="10015240" cy="1133772"/>
            <a:chOff x="0" y="0"/>
            <a:chExt cx="13353653" cy="151169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353653" cy="1511697"/>
            </a:xfrm>
            <a:custGeom>
              <a:avLst/>
              <a:gdLst/>
              <a:ahLst/>
              <a:cxnLst/>
              <a:rect l="l" t="t" r="r" b="b"/>
              <a:pathLst>
                <a:path w="13353653" h="1511697">
                  <a:moveTo>
                    <a:pt x="0" y="0"/>
                  </a:moveTo>
                  <a:lnTo>
                    <a:pt x="13353653" y="0"/>
                  </a:lnTo>
                  <a:lnTo>
                    <a:pt x="13353653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04775"/>
              <a:ext cx="13353653" cy="1616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75145" lvl="1" indent="-187573" algn="l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Use the requests library to send a GET request to fetch the HTML content.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92237" y="7524452"/>
            <a:ext cx="10015240" cy="566886"/>
            <a:chOff x="0" y="0"/>
            <a:chExt cx="13353653" cy="7558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353653" cy="755848"/>
            </a:xfrm>
            <a:custGeom>
              <a:avLst/>
              <a:gdLst/>
              <a:ahLst/>
              <a:cxnLst/>
              <a:rect l="l" t="t" r="r" b="b"/>
              <a:pathLst>
                <a:path w="13353653" h="755848">
                  <a:moveTo>
                    <a:pt x="0" y="0"/>
                  </a:moveTo>
                  <a:lnTo>
                    <a:pt x="13353653" y="0"/>
                  </a:lnTo>
                  <a:lnTo>
                    <a:pt x="13353653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04775"/>
              <a:ext cx="13353653" cy="860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75145" lvl="1" indent="-187573" algn="l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Print the HTML content of the page.</a:t>
              </a:r>
            </a:p>
          </p:txBody>
        </p:sp>
      </p:grpSp>
      <p:sp>
        <p:nvSpPr>
          <p:cNvPr id="26" name="Freeform 26" descr="preencoded.png"/>
          <p:cNvSpPr/>
          <p:nvPr/>
        </p:nvSpPr>
        <p:spPr>
          <a:xfrm>
            <a:off x="11708755" y="4867424"/>
            <a:ext cx="3334445" cy="3334445"/>
          </a:xfrm>
          <a:custGeom>
            <a:avLst/>
            <a:gdLst/>
            <a:ahLst/>
            <a:cxnLst/>
            <a:rect l="l" t="t" r="r" b="b"/>
            <a:pathLst>
              <a:path w="3334445" h="3334445">
                <a:moveTo>
                  <a:pt x="0" y="0"/>
                </a:moveTo>
                <a:lnTo>
                  <a:pt x="3334445" y="0"/>
                </a:lnTo>
                <a:lnTo>
                  <a:pt x="3334445" y="3334445"/>
                </a:lnTo>
                <a:lnTo>
                  <a:pt x="0" y="33344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18288000" cy="3531096"/>
          </a:xfrm>
          <a:custGeom>
            <a:avLst/>
            <a:gdLst/>
            <a:ahLst/>
            <a:cxnLst/>
            <a:rect l="l" t="t" r="r" b="b"/>
            <a:pathLst>
              <a:path w="18288000" h="3531096">
                <a:moveTo>
                  <a:pt x="0" y="0"/>
                </a:moveTo>
                <a:lnTo>
                  <a:pt x="18288000" y="0"/>
                </a:lnTo>
                <a:lnTo>
                  <a:pt x="18288000" y="3531096"/>
                </a:lnTo>
                <a:lnTo>
                  <a:pt x="0" y="35310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7" b="-3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988665" y="4231068"/>
            <a:ext cx="10517846" cy="863584"/>
            <a:chOff x="0" y="0"/>
            <a:chExt cx="14023794" cy="11514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023794" cy="1151446"/>
            </a:xfrm>
            <a:custGeom>
              <a:avLst/>
              <a:gdLst/>
              <a:ahLst/>
              <a:cxnLst/>
              <a:rect l="l" t="t" r="r" b="b"/>
              <a:pathLst>
                <a:path w="14023794" h="1151446">
                  <a:moveTo>
                    <a:pt x="0" y="0"/>
                  </a:moveTo>
                  <a:lnTo>
                    <a:pt x="14023794" y="0"/>
                  </a:lnTo>
                  <a:lnTo>
                    <a:pt x="14023794" y="1151446"/>
                  </a:lnTo>
                  <a:lnTo>
                    <a:pt x="0" y="11514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4023794" cy="11704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500"/>
                </a:lnSpc>
              </a:pPr>
              <a:r>
                <a:rPr lang="en-US" sz="4437" b="1" dirty="0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Web Scraping with </a:t>
              </a:r>
              <a:r>
                <a:rPr lang="en-US" sz="4437" b="1" dirty="0" err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BeautifulSoup</a:t>
              </a:r>
              <a:endParaRPr lang="en-US" sz="4437" b="1" dirty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8665" y="5298430"/>
            <a:ext cx="16310670" cy="564951"/>
            <a:chOff x="0" y="0"/>
            <a:chExt cx="21747560" cy="7532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7559" cy="753268"/>
            </a:xfrm>
            <a:custGeom>
              <a:avLst/>
              <a:gdLst/>
              <a:ahLst/>
              <a:cxnLst/>
              <a:rect l="l" t="t" r="r" b="b"/>
              <a:pathLst>
                <a:path w="21747559" h="753268">
                  <a:moveTo>
                    <a:pt x="0" y="0"/>
                  </a:moveTo>
                  <a:lnTo>
                    <a:pt x="21747559" y="0"/>
                  </a:lnTo>
                  <a:lnTo>
                    <a:pt x="21747559" y="753268"/>
                  </a:lnTo>
                  <a:lnTo>
                    <a:pt x="0" y="753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21747560" cy="838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9902" lvl="1" indent="-164951" algn="l">
                <a:lnSpc>
                  <a:spcPts val="3500"/>
                </a:lnSpc>
                <a:buFont typeface="Arial"/>
                <a:buChar char="•"/>
              </a:pPr>
              <a:r>
                <a:rPr lang="en-US" sz="21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Web scraping refers to extracting data from web pages by parsing the HTML.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3428" y="5684920"/>
            <a:ext cx="16310670" cy="1129904"/>
            <a:chOff x="0" y="0"/>
            <a:chExt cx="21747560" cy="15065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47559" cy="1506538"/>
            </a:xfrm>
            <a:custGeom>
              <a:avLst/>
              <a:gdLst/>
              <a:ahLst/>
              <a:cxnLst/>
              <a:rect l="l" t="t" r="r" b="b"/>
              <a:pathLst>
                <a:path w="21747559" h="1506538">
                  <a:moveTo>
                    <a:pt x="0" y="0"/>
                  </a:moveTo>
                  <a:lnTo>
                    <a:pt x="21747559" y="0"/>
                  </a:lnTo>
                  <a:lnTo>
                    <a:pt x="21747559" y="1506538"/>
                  </a:lnTo>
                  <a:lnTo>
                    <a:pt x="0" y="1506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21747560" cy="1592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9902" lvl="1" indent="-164951" algn="l">
                <a:lnSpc>
                  <a:spcPts val="3500"/>
                </a:lnSpc>
                <a:buFont typeface="Arial"/>
                <a:buChar char="•"/>
              </a:pPr>
              <a:r>
                <a:rPr lang="en-US" sz="21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It can be used to gather information like product listings, news articles, or any </a:t>
              </a:r>
              <a:r>
                <a:rPr lang="en-US" sz="2187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publicly available data.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3902" y="7405092"/>
            <a:ext cx="16320195" cy="2108001"/>
            <a:chOff x="0" y="0"/>
            <a:chExt cx="21760260" cy="2810668"/>
          </a:xfrm>
        </p:grpSpPr>
        <p:sp>
          <p:nvSpPr>
            <p:cNvPr id="16" name="Freeform 16"/>
            <p:cNvSpPr/>
            <p:nvPr/>
          </p:nvSpPr>
          <p:spPr>
            <a:xfrm>
              <a:off x="6350" y="6350"/>
              <a:ext cx="21747607" cy="2798064"/>
            </a:xfrm>
            <a:custGeom>
              <a:avLst/>
              <a:gdLst/>
              <a:ahLst/>
              <a:cxnLst/>
              <a:rect l="l" t="t" r="r" b="b"/>
              <a:pathLst>
                <a:path w="21747607" h="2798064">
                  <a:moveTo>
                    <a:pt x="0" y="158242"/>
                  </a:moveTo>
                  <a:cubicBezTo>
                    <a:pt x="0" y="70866"/>
                    <a:pt x="71120" y="0"/>
                    <a:pt x="158877" y="0"/>
                  </a:cubicBezTo>
                  <a:lnTo>
                    <a:pt x="21588730" y="0"/>
                  </a:lnTo>
                  <a:cubicBezTo>
                    <a:pt x="21676488" y="0"/>
                    <a:pt x="21747607" y="70866"/>
                    <a:pt x="21747607" y="158242"/>
                  </a:cubicBezTo>
                  <a:lnTo>
                    <a:pt x="21747607" y="2639822"/>
                  </a:lnTo>
                  <a:cubicBezTo>
                    <a:pt x="21747607" y="2727198"/>
                    <a:pt x="21676488" y="2798064"/>
                    <a:pt x="21588730" y="2798064"/>
                  </a:cubicBezTo>
                  <a:lnTo>
                    <a:pt x="158877" y="2798064"/>
                  </a:lnTo>
                  <a:cubicBezTo>
                    <a:pt x="71120" y="2797937"/>
                    <a:pt x="0" y="2727198"/>
                    <a:pt x="0" y="263982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21760307" cy="2810764"/>
            </a:xfrm>
            <a:custGeom>
              <a:avLst/>
              <a:gdLst/>
              <a:ahLst/>
              <a:cxnLst/>
              <a:rect l="l" t="t" r="r" b="b"/>
              <a:pathLst>
                <a:path w="21760307" h="2810764">
                  <a:moveTo>
                    <a:pt x="0" y="164592"/>
                  </a:moveTo>
                  <a:cubicBezTo>
                    <a:pt x="0" y="73660"/>
                    <a:pt x="73914" y="0"/>
                    <a:pt x="165227" y="0"/>
                  </a:cubicBezTo>
                  <a:lnTo>
                    <a:pt x="21595080" y="0"/>
                  </a:lnTo>
                  <a:lnTo>
                    <a:pt x="21595080" y="6350"/>
                  </a:lnTo>
                  <a:lnTo>
                    <a:pt x="21595080" y="0"/>
                  </a:lnTo>
                  <a:cubicBezTo>
                    <a:pt x="21686267" y="0"/>
                    <a:pt x="21760307" y="73660"/>
                    <a:pt x="21760307" y="164592"/>
                  </a:cubicBezTo>
                  <a:lnTo>
                    <a:pt x="21753957" y="164592"/>
                  </a:lnTo>
                  <a:lnTo>
                    <a:pt x="21760307" y="164592"/>
                  </a:lnTo>
                  <a:lnTo>
                    <a:pt x="21760307" y="2646172"/>
                  </a:lnTo>
                  <a:lnTo>
                    <a:pt x="21753957" y="2646172"/>
                  </a:lnTo>
                  <a:lnTo>
                    <a:pt x="21760307" y="2646172"/>
                  </a:lnTo>
                  <a:cubicBezTo>
                    <a:pt x="21760307" y="2737104"/>
                    <a:pt x="21686394" y="2810764"/>
                    <a:pt x="21595080" y="2810764"/>
                  </a:cubicBezTo>
                  <a:lnTo>
                    <a:pt x="21595080" y="2804414"/>
                  </a:lnTo>
                  <a:lnTo>
                    <a:pt x="21595080" y="2810764"/>
                  </a:lnTo>
                  <a:lnTo>
                    <a:pt x="165227" y="2810764"/>
                  </a:lnTo>
                  <a:lnTo>
                    <a:pt x="165227" y="2804414"/>
                  </a:lnTo>
                  <a:lnTo>
                    <a:pt x="165227" y="2810764"/>
                  </a:lnTo>
                  <a:cubicBezTo>
                    <a:pt x="73914" y="2810637"/>
                    <a:pt x="0" y="2736977"/>
                    <a:pt x="0" y="2646172"/>
                  </a:cubicBezTo>
                  <a:lnTo>
                    <a:pt x="0" y="164592"/>
                  </a:lnTo>
                  <a:lnTo>
                    <a:pt x="6350" y="164592"/>
                  </a:lnTo>
                  <a:lnTo>
                    <a:pt x="0" y="164592"/>
                  </a:lnTo>
                  <a:moveTo>
                    <a:pt x="12700" y="164592"/>
                  </a:moveTo>
                  <a:lnTo>
                    <a:pt x="12700" y="2646172"/>
                  </a:lnTo>
                  <a:lnTo>
                    <a:pt x="6350" y="2646172"/>
                  </a:lnTo>
                  <a:lnTo>
                    <a:pt x="12700" y="2646172"/>
                  </a:lnTo>
                  <a:cubicBezTo>
                    <a:pt x="12700" y="2729992"/>
                    <a:pt x="80899" y="2798064"/>
                    <a:pt x="165227" y="2798064"/>
                  </a:cubicBezTo>
                  <a:lnTo>
                    <a:pt x="21595080" y="2798064"/>
                  </a:lnTo>
                  <a:cubicBezTo>
                    <a:pt x="21679281" y="2798064"/>
                    <a:pt x="21747607" y="2730119"/>
                    <a:pt x="21747607" y="2646172"/>
                  </a:cubicBezTo>
                  <a:lnTo>
                    <a:pt x="21747607" y="164592"/>
                  </a:lnTo>
                  <a:cubicBezTo>
                    <a:pt x="21747607" y="80772"/>
                    <a:pt x="21679408" y="12700"/>
                    <a:pt x="21595080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0899" y="12700"/>
                    <a:pt x="12700" y="80645"/>
                    <a:pt x="12700" y="164592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80666" y="7657962"/>
            <a:ext cx="7108338" cy="529209"/>
            <a:chOff x="0" y="0"/>
            <a:chExt cx="9477784" cy="7056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477784" cy="705612"/>
            </a:xfrm>
            <a:custGeom>
              <a:avLst/>
              <a:gdLst/>
              <a:ahLst/>
              <a:cxnLst/>
              <a:rect l="l" t="t" r="r" b="b"/>
              <a:pathLst>
                <a:path w="9477784" h="705612">
                  <a:moveTo>
                    <a:pt x="0" y="0"/>
                  </a:moveTo>
                  <a:lnTo>
                    <a:pt x="9477784" y="0"/>
                  </a:lnTo>
                  <a:lnTo>
                    <a:pt x="9477784" y="705612"/>
                  </a:lnTo>
                  <a:lnTo>
                    <a:pt x="0" y="705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9477784" cy="7151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000000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BeautifulSoup4 Library (bs4)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80666" y="8312646"/>
            <a:ext cx="15726667" cy="903685"/>
            <a:chOff x="0" y="0"/>
            <a:chExt cx="20968890" cy="12049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968891" cy="1204913"/>
            </a:xfrm>
            <a:custGeom>
              <a:avLst/>
              <a:gdLst/>
              <a:ahLst/>
              <a:cxnLst/>
              <a:rect l="l" t="t" r="r" b="b"/>
              <a:pathLst>
                <a:path w="20968891" h="1204913">
                  <a:moveTo>
                    <a:pt x="0" y="0"/>
                  </a:moveTo>
                  <a:lnTo>
                    <a:pt x="20968891" y="0"/>
                  </a:lnTo>
                  <a:lnTo>
                    <a:pt x="20968891" y="1204913"/>
                  </a:lnTo>
                  <a:lnTo>
                    <a:pt x="0" y="12049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20968890" cy="12906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0"/>
                </a:lnSpc>
              </a:pPr>
              <a:r>
                <a:rPr lang="en-US" sz="218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BeautifulSoup is a Python library for parsing HTML or XML documents and extracting data. It provides tools to navigate, search, and modify the parse tree of a webpage, making data extraction easier.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8745" y="986432"/>
            <a:ext cx="14539768" cy="979313"/>
            <a:chOff x="0" y="0"/>
            <a:chExt cx="19386358" cy="13057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386358" cy="1305750"/>
            </a:xfrm>
            <a:custGeom>
              <a:avLst/>
              <a:gdLst/>
              <a:ahLst/>
              <a:cxnLst/>
              <a:rect l="l" t="t" r="r" b="b"/>
              <a:pathLst>
                <a:path w="19386358" h="1305750">
                  <a:moveTo>
                    <a:pt x="0" y="0"/>
                  </a:moveTo>
                  <a:lnTo>
                    <a:pt x="19386358" y="0"/>
                  </a:lnTo>
                  <a:lnTo>
                    <a:pt x="19386358" y="1305750"/>
                  </a:lnTo>
                  <a:lnTo>
                    <a:pt x="0" y="1305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9386358" cy="13343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374"/>
                </a:lnSpc>
              </a:pPr>
              <a:r>
                <a:rPr lang="en-US" sz="50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How is it different from Web automation??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3983" y="2604344"/>
            <a:ext cx="593675" cy="593675"/>
            <a:chOff x="0" y="0"/>
            <a:chExt cx="791567" cy="791567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778891" cy="778891"/>
            </a:xfrm>
            <a:custGeom>
              <a:avLst/>
              <a:gdLst/>
              <a:ahLst/>
              <a:cxnLst/>
              <a:rect l="l" t="t" r="r" b="b"/>
              <a:pathLst>
                <a:path w="778891" h="778891">
                  <a:moveTo>
                    <a:pt x="0" y="145415"/>
                  </a:moveTo>
                  <a:cubicBezTo>
                    <a:pt x="0" y="65151"/>
                    <a:pt x="65151" y="0"/>
                    <a:pt x="145415" y="0"/>
                  </a:cubicBezTo>
                  <a:lnTo>
                    <a:pt x="633476" y="0"/>
                  </a:lnTo>
                  <a:cubicBezTo>
                    <a:pt x="713740" y="0"/>
                    <a:pt x="778891" y="65151"/>
                    <a:pt x="778891" y="145415"/>
                  </a:cubicBezTo>
                  <a:lnTo>
                    <a:pt x="778891" y="633476"/>
                  </a:lnTo>
                  <a:cubicBezTo>
                    <a:pt x="778891" y="713740"/>
                    <a:pt x="713740" y="778891"/>
                    <a:pt x="633476" y="778891"/>
                  </a:cubicBezTo>
                  <a:lnTo>
                    <a:pt x="145415" y="778891"/>
                  </a:lnTo>
                  <a:cubicBezTo>
                    <a:pt x="65151" y="778891"/>
                    <a:pt x="0" y="713740"/>
                    <a:pt x="0" y="633476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791591" cy="791591"/>
            </a:xfrm>
            <a:custGeom>
              <a:avLst/>
              <a:gdLst/>
              <a:ahLst/>
              <a:cxnLst/>
              <a:rect l="l" t="t" r="r" b="b"/>
              <a:pathLst>
                <a:path w="791591" h="791591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639826" y="0"/>
                  </a:lnTo>
                  <a:lnTo>
                    <a:pt x="639826" y="6350"/>
                  </a:lnTo>
                  <a:lnTo>
                    <a:pt x="639826" y="0"/>
                  </a:lnTo>
                  <a:cubicBezTo>
                    <a:pt x="723646" y="0"/>
                    <a:pt x="791591" y="67945"/>
                    <a:pt x="791591" y="151765"/>
                  </a:cubicBezTo>
                  <a:lnTo>
                    <a:pt x="785241" y="151765"/>
                  </a:lnTo>
                  <a:lnTo>
                    <a:pt x="791591" y="151765"/>
                  </a:lnTo>
                  <a:lnTo>
                    <a:pt x="791591" y="639826"/>
                  </a:lnTo>
                  <a:lnTo>
                    <a:pt x="785241" y="639826"/>
                  </a:lnTo>
                  <a:lnTo>
                    <a:pt x="791591" y="639826"/>
                  </a:lnTo>
                  <a:cubicBezTo>
                    <a:pt x="791591" y="723646"/>
                    <a:pt x="723646" y="791591"/>
                    <a:pt x="639826" y="791591"/>
                  </a:cubicBezTo>
                  <a:lnTo>
                    <a:pt x="639826" y="785241"/>
                  </a:lnTo>
                  <a:lnTo>
                    <a:pt x="639826" y="791591"/>
                  </a:lnTo>
                  <a:lnTo>
                    <a:pt x="151765" y="791591"/>
                  </a:lnTo>
                  <a:lnTo>
                    <a:pt x="151765" y="785241"/>
                  </a:lnTo>
                  <a:lnTo>
                    <a:pt x="151765" y="791591"/>
                  </a:lnTo>
                  <a:cubicBezTo>
                    <a:pt x="67945" y="791591"/>
                    <a:pt x="0" y="723646"/>
                    <a:pt x="0" y="639826"/>
                  </a:cubicBezTo>
                  <a:lnTo>
                    <a:pt x="0" y="151765"/>
                  </a:lnTo>
                  <a:lnTo>
                    <a:pt x="6350" y="151765"/>
                  </a:lnTo>
                  <a:lnTo>
                    <a:pt x="0" y="151765"/>
                  </a:lnTo>
                  <a:moveTo>
                    <a:pt x="12700" y="151765"/>
                  </a:moveTo>
                  <a:lnTo>
                    <a:pt x="12700" y="639826"/>
                  </a:lnTo>
                  <a:lnTo>
                    <a:pt x="6350" y="639826"/>
                  </a:lnTo>
                  <a:lnTo>
                    <a:pt x="12700" y="639826"/>
                  </a:lnTo>
                  <a:cubicBezTo>
                    <a:pt x="12700" y="716661"/>
                    <a:pt x="74930" y="778891"/>
                    <a:pt x="151765" y="778891"/>
                  </a:cubicBezTo>
                  <a:lnTo>
                    <a:pt x="639826" y="778891"/>
                  </a:lnTo>
                  <a:cubicBezTo>
                    <a:pt x="716661" y="778891"/>
                    <a:pt x="778891" y="716661"/>
                    <a:pt x="778891" y="639826"/>
                  </a:cubicBezTo>
                  <a:lnTo>
                    <a:pt x="778891" y="151765"/>
                  </a:lnTo>
                  <a:cubicBezTo>
                    <a:pt x="778891" y="74930"/>
                    <a:pt x="716661" y="12700"/>
                    <a:pt x="639826" y="12700"/>
                  </a:cubicBezTo>
                  <a:lnTo>
                    <a:pt x="151765" y="12700"/>
                  </a:lnTo>
                  <a:lnTo>
                    <a:pt x="151765" y="6350"/>
                  </a:lnTo>
                  <a:lnTo>
                    <a:pt x="151765" y="12700"/>
                  </a:lnTo>
                  <a:cubicBezTo>
                    <a:pt x="74930" y="12700"/>
                    <a:pt x="12700" y="74930"/>
                    <a:pt x="12700" y="151765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6004" y="2657699"/>
            <a:ext cx="389484" cy="486816"/>
            <a:chOff x="0" y="0"/>
            <a:chExt cx="519312" cy="6490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9312" cy="649088"/>
            </a:xfrm>
            <a:custGeom>
              <a:avLst/>
              <a:gdLst/>
              <a:ahLst/>
              <a:cxnLst/>
              <a:rect l="l" t="t" r="r" b="b"/>
              <a:pathLst>
                <a:path w="519312" h="649088">
                  <a:moveTo>
                    <a:pt x="0" y="0"/>
                  </a:moveTo>
                  <a:lnTo>
                    <a:pt x="519312" y="0"/>
                  </a:lnTo>
                  <a:lnTo>
                    <a:pt x="519312" y="649088"/>
                  </a:lnTo>
                  <a:lnTo>
                    <a:pt x="0" y="649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6675"/>
              <a:ext cx="519312" cy="5824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2"/>
                </a:lnSpc>
              </a:pPr>
              <a:r>
                <a:rPr lang="en-US" sz="30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52451" y="2609106"/>
            <a:ext cx="3895130" cy="486816"/>
            <a:chOff x="0" y="0"/>
            <a:chExt cx="5193507" cy="6490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93507" cy="649088"/>
            </a:xfrm>
            <a:custGeom>
              <a:avLst/>
              <a:gdLst/>
              <a:ahLst/>
              <a:cxnLst/>
              <a:rect l="l" t="t" r="r" b="b"/>
              <a:pathLst>
                <a:path w="5193507" h="649088">
                  <a:moveTo>
                    <a:pt x="0" y="0"/>
                  </a:moveTo>
                  <a:lnTo>
                    <a:pt x="5193507" y="0"/>
                  </a:lnTo>
                  <a:lnTo>
                    <a:pt x="5193507" y="649088"/>
                  </a:lnTo>
                  <a:lnTo>
                    <a:pt x="0" y="649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5193507" cy="6586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2"/>
                </a:lnSpc>
              </a:pPr>
              <a:r>
                <a:rPr lang="en-US" sz="30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Goal: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52451" y="3251598"/>
            <a:ext cx="7261771" cy="519261"/>
            <a:chOff x="0" y="0"/>
            <a:chExt cx="9682362" cy="6923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682362" cy="692348"/>
            </a:xfrm>
            <a:custGeom>
              <a:avLst/>
              <a:gdLst/>
              <a:ahLst/>
              <a:cxnLst/>
              <a:rect l="l" t="t" r="r" b="b"/>
              <a:pathLst>
                <a:path w="9682362" h="692348">
                  <a:moveTo>
                    <a:pt x="0" y="0"/>
                  </a:moveTo>
                  <a:lnTo>
                    <a:pt x="9682362" y="0"/>
                  </a:lnTo>
                  <a:lnTo>
                    <a:pt x="9682362" y="692348"/>
                  </a:lnTo>
                  <a:lnTo>
                    <a:pt x="0" y="6923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9682362" cy="7780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1787" lvl="1" indent="-165894" algn="l">
                <a:lnSpc>
                  <a:spcPts val="3574"/>
                </a:lnSpc>
                <a:buFont typeface="Arial"/>
                <a:buChar char="•"/>
              </a:pPr>
              <a:r>
                <a:rPr lang="en-US" sz="2199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Scraping</a:t>
              </a:r>
              <a:r>
                <a:rPr lang="en-US" sz="21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 Extracting data from the web.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52451" y="3861644"/>
            <a:ext cx="7261771" cy="1038522"/>
            <a:chOff x="0" y="0"/>
            <a:chExt cx="9682362" cy="138469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682362" cy="1384697"/>
            </a:xfrm>
            <a:custGeom>
              <a:avLst/>
              <a:gdLst/>
              <a:ahLst/>
              <a:cxnLst/>
              <a:rect l="l" t="t" r="r" b="b"/>
              <a:pathLst>
                <a:path w="9682362" h="1384697">
                  <a:moveTo>
                    <a:pt x="0" y="0"/>
                  </a:moveTo>
                  <a:lnTo>
                    <a:pt x="9682362" y="0"/>
                  </a:lnTo>
                  <a:lnTo>
                    <a:pt x="9682362" y="1384697"/>
                  </a:lnTo>
                  <a:lnTo>
                    <a:pt x="0" y="1384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9682362" cy="14704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1787" lvl="1" indent="-165894" algn="l">
                <a:lnSpc>
                  <a:spcPts val="3574"/>
                </a:lnSpc>
                <a:buFont typeface="Arial"/>
                <a:buChar char="•"/>
              </a:pPr>
              <a:r>
                <a:rPr lang="en-US" sz="2199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Automation</a:t>
              </a:r>
              <a:r>
                <a:rPr lang="en-US" sz="21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 Performing actions (e.g., clicking, filling out forms) on a website.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269016" y="2604344"/>
            <a:ext cx="593675" cy="593675"/>
            <a:chOff x="0" y="0"/>
            <a:chExt cx="791567" cy="791567"/>
          </a:xfrm>
        </p:grpSpPr>
        <p:sp>
          <p:nvSpPr>
            <p:cNvPr id="24" name="Freeform 24"/>
            <p:cNvSpPr/>
            <p:nvPr/>
          </p:nvSpPr>
          <p:spPr>
            <a:xfrm>
              <a:off x="6350" y="6350"/>
              <a:ext cx="778891" cy="778891"/>
            </a:xfrm>
            <a:custGeom>
              <a:avLst/>
              <a:gdLst/>
              <a:ahLst/>
              <a:cxnLst/>
              <a:rect l="l" t="t" r="r" b="b"/>
              <a:pathLst>
                <a:path w="778891" h="778891">
                  <a:moveTo>
                    <a:pt x="0" y="145415"/>
                  </a:moveTo>
                  <a:cubicBezTo>
                    <a:pt x="0" y="65151"/>
                    <a:pt x="65151" y="0"/>
                    <a:pt x="145415" y="0"/>
                  </a:cubicBezTo>
                  <a:lnTo>
                    <a:pt x="633476" y="0"/>
                  </a:lnTo>
                  <a:cubicBezTo>
                    <a:pt x="713740" y="0"/>
                    <a:pt x="778891" y="65151"/>
                    <a:pt x="778891" y="145415"/>
                  </a:cubicBezTo>
                  <a:lnTo>
                    <a:pt x="778891" y="633476"/>
                  </a:lnTo>
                  <a:cubicBezTo>
                    <a:pt x="778891" y="713740"/>
                    <a:pt x="713740" y="778891"/>
                    <a:pt x="633476" y="778891"/>
                  </a:cubicBezTo>
                  <a:lnTo>
                    <a:pt x="145415" y="778891"/>
                  </a:lnTo>
                  <a:cubicBezTo>
                    <a:pt x="65151" y="778891"/>
                    <a:pt x="0" y="713740"/>
                    <a:pt x="0" y="633476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791591" cy="791591"/>
            </a:xfrm>
            <a:custGeom>
              <a:avLst/>
              <a:gdLst/>
              <a:ahLst/>
              <a:cxnLst/>
              <a:rect l="l" t="t" r="r" b="b"/>
              <a:pathLst>
                <a:path w="791591" h="791591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639826" y="0"/>
                  </a:lnTo>
                  <a:lnTo>
                    <a:pt x="639826" y="6350"/>
                  </a:lnTo>
                  <a:lnTo>
                    <a:pt x="639826" y="0"/>
                  </a:lnTo>
                  <a:cubicBezTo>
                    <a:pt x="723646" y="0"/>
                    <a:pt x="791591" y="67945"/>
                    <a:pt x="791591" y="151765"/>
                  </a:cubicBezTo>
                  <a:lnTo>
                    <a:pt x="785241" y="151765"/>
                  </a:lnTo>
                  <a:lnTo>
                    <a:pt x="791591" y="151765"/>
                  </a:lnTo>
                  <a:lnTo>
                    <a:pt x="791591" y="639826"/>
                  </a:lnTo>
                  <a:lnTo>
                    <a:pt x="785241" y="639826"/>
                  </a:lnTo>
                  <a:lnTo>
                    <a:pt x="791591" y="639826"/>
                  </a:lnTo>
                  <a:cubicBezTo>
                    <a:pt x="791591" y="723646"/>
                    <a:pt x="723646" y="791591"/>
                    <a:pt x="639826" y="791591"/>
                  </a:cubicBezTo>
                  <a:lnTo>
                    <a:pt x="639826" y="785241"/>
                  </a:lnTo>
                  <a:lnTo>
                    <a:pt x="639826" y="791591"/>
                  </a:lnTo>
                  <a:lnTo>
                    <a:pt x="151765" y="791591"/>
                  </a:lnTo>
                  <a:lnTo>
                    <a:pt x="151765" y="785241"/>
                  </a:lnTo>
                  <a:lnTo>
                    <a:pt x="151765" y="791591"/>
                  </a:lnTo>
                  <a:cubicBezTo>
                    <a:pt x="67945" y="791591"/>
                    <a:pt x="0" y="723646"/>
                    <a:pt x="0" y="639826"/>
                  </a:cubicBezTo>
                  <a:lnTo>
                    <a:pt x="0" y="151765"/>
                  </a:lnTo>
                  <a:lnTo>
                    <a:pt x="6350" y="151765"/>
                  </a:lnTo>
                  <a:lnTo>
                    <a:pt x="0" y="151765"/>
                  </a:lnTo>
                  <a:moveTo>
                    <a:pt x="12700" y="151765"/>
                  </a:moveTo>
                  <a:lnTo>
                    <a:pt x="12700" y="639826"/>
                  </a:lnTo>
                  <a:lnTo>
                    <a:pt x="6350" y="639826"/>
                  </a:lnTo>
                  <a:lnTo>
                    <a:pt x="12700" y="639826"/>
                  </a:lnTo>
                  <a:cubicBezTo>
                    <a:pt x="12700" y="716661"/>
                    <a:pt x="74930" y="778891"/>
                    <a:pt x="151765" y="778891"/>
                  </a:cubicBezTo>
                  <a:lnTo>
                    <a:pt x="639826" y="778891"/>
                  </a:lnTo>
                  <a:cubicBezTo>
                    <a:pt x="716661" y="778891"/>
                    <a:pt x="778891" y="716661"/>
                    <a:pt x="778891" y="639826"/>
                  </a:cubicBezTo>
                  <a:lnTo>
                    <a:pt x="778891" y="151765"/>
                  </a:lnTo>
                  <a:cubicBezTo>
                    <a:pt x="778891" y="74930"/>
                    <a:pt x="716661" y="12700"/>
                    <a:pt x="639826" y="12700"/>
                  </a:cubicBezTo>
                  <a:lnTo>
                    <a:pt x="151765" y="12700"/>
                  </a:lnTo>
                  <a:lnTo>
                    <a:pt x="151765" y="6350"/>
                  </a:lnTo>
                  <a:lnTo>
                    <a:pt x="151765" y="12700"/>
                  </a:lnTo>
                  <a:cubicBezTo>
                    <a:pt x="74930" y="12700"/>
                    <a:pt x="12700" y="74930"/>
                    <a:pt x="12700" y="151765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371038" y="2657699"/>
            <a:ext cx="389484" cy="486816"/>
            <a:chOff x="0" y="0"/>
            <a:chExt cx="519312" cy="64908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19312" cy="649088"/>
            </a:xfrm>
            <a:custGeom>
              <a:avLst/>
              <a:gdLst/>
              <a:ahLst/>
              <a:cxnLst/>
              <a:rect l="l" t="t" r="r" b="b"/>
              <a:pathLst>
                <a:path w="519312" h="649088">
                  <a:moveTo>
                    <a:pt x="0" y="0"/>
                  </a:moveTo>
                  <a:lnTo>
                    <a:pt x="519312" y="0"/>
                  </a:lnTo>
                  <a:lnTo>
                    <a:pt x="519312" y="649088"/>
                  </a:lnTo>
                  <a:lnTo>
                    <a:pt x="0" y="649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66675"/>
              <a:ext cx="519312" cy="5824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2"/>
                </a:lnSpc>
              </a:pPr>
              <a:r>
                <a:rPr lang="en-US" sz="30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117485" y="2609106"/>
            <a:ext cx="3895130" cy="486816"/>
            <a:chOff x="0" y="0"/>
            <a:chExt cx="5193507" cy="64908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193507" cy="649088"/>
            </a:xfrm>
            <a:custGeom>
              <a:avLst/>
              <a:gdLst/>
              <a:ahLst/>
              <a:cxnLst/>
              <a:rect l="l" t="t" r="r" b="b"/>
              <a:pathLst>
                <a:path w="5193507" h="649088">
                  <a:moveTo>
                    <a:pt x="0" y="0"/>
                  </a:moveTo>
                  <a:lnTo>
                    <a:pt x="5193507" y="0"/>
                  </a:lnTo>
                  <a:lnTo>
                    <a:pt x="5193507" y="649088"/>
                  </a:lnTo>
                  <a:lnTo>
                    <a:pt x="0" y="649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5193507" cy="6586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2"/>
                </a:lnSpc>
              </a:pPr>
              <a:r>
                <a:rPr lang="en-US" sz="30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Tools: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117485" y="3251598"/>
            <a:ext cx="7261771" cy="519261"/>
            <a:chOff x="0" y="0"/>
            <a:chExt cx="9682362" cy="69234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682362" cy="692348"/>
            </a:xfrm>
            <a:custGeom>
              <a:avLst/>
              <a:gdLst/>
              <a:ahLst/>
              <a:cxnLst/>
              <a:rect l="l" t="t" r="r" b="b"/>
              <a:pathLst>
                <a:path w="9682362" h="692348">
                  <a:moveTo>
                    <a:pt x="0" y="0"/>
                  </a:moveTo>
                  <a:lnTo>
                    <a:pt x="9682362" y="0"/>
                  </a:lnTo>
                  <a:lnTo>
                    <a:pt x="9682362" y="692348"/>
                  </a:lnTo>
                  <a:lnTo>
                    <a:pt x="0" y="6923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85725"/>
              <a:ext cx="9682362" cy="7780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1787" lvl="1" indent="-165894" algn="l">
                <a:lnSpc>
                  <a:spcPts val="3574"/>
                </a:lnSpc>
                <a:buFont typeface="Arial"/>
                <a:buChar char="•"/>
              </a:pPr>
              <a:r>
                <a:rPr lang="en-US" sz="2199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Scraping</a:t>
              </a:r>
              <a:r>
                <a:rPr lang="en-US" sz="21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 BeautifulSoup, Scrapy, Requests.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117485" y="3623450"/>
            <a:ext cx="7261771" cy="1038522"/>
            <a:chOff x="0" y="0"/>
            <a:chExt cx="9682362" cy="138469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682362" cy="1384697"/>
            </a:xfrm>
            <a:custGeom>
              <a:avLst/>
              <a:gdLst/>
              <a:ahLst/>
              <a:cxnLst/>
              <a:rect l="l" t="t" r="r" b="b"/>
              <a:pathLst>
                <a:path w="9682362" h="1384697">
                  <a:moveTo>
                    <a:pt x="0" y="0"/>
                  </a:moveTo>
                  <a:lnTo>
                    <a:pt x="9682362" y="0"/>
                  </a:lnTo>
                  <a:lnTo>
                    <a:pt x="9682362" y="1384697"/>
                  </a:lnTo>
                  <a:lnTo>
                    <a:pt x="0" y="1384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85725"/>
              <a:ext cx="9682362" cy="14704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1787" lvl="1" indent="-165894" algn="l">
                <a:lnSpc>
                  <a:spcPts val="3574"/>
                </a:lnSpc>
                <a:buFont typeface="Arial"/>
                <a:buChar char="•"/>
              </a:pPr>
              <a:r>
                <a:rPr lang="en-US" sz="2199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Automation</a:t>
              </a:r>
              <a:r>
                <a:rPr lang="en-US" sz="21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 Selenium, Playwright, Puppeteer.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03983" y="5446960"/>
            <a:ext cx="593675" cy="593675"/>
            <a:chOff x="0" y="0"/>
            <a:chExt cx="791567" cy="791567"/>
          </a:xfrm>
        </p:grpSpPr>
        <p:sp>
          <p:nvSpPr>
            <p:cNvPr id="39" name="Freeform 39"/>
            <p:cNvSpPr/>
            <p:nvPr/>
          </p:nvSpPr>
          <p:spPr>
            <a:xfrm>
              <a:off x="6350" y="6350"/>
              <a:ext cx="778891" cy="778891"/>
            </a:xfrm>
            <a:custGeom>
              <a:avLst/>
              <a:gdLst/>
              <a:ahLst/>
              <a:cxnLst/>
              <a:rect l="l" t="t" r="r" b="b"/>
              <a:pathLst>
                <a:path w="778891" h="778891">
                  <a:moveTo>
                    <a:pt x="0" y="145415"/>
                  </a:moveTo>
                  <a:cubicBezTo>
                    <a:pt x="0" y="65151"/>
                    <a:pt x="65151" y="0"/>
                    <a:pt x="145415" y="0"/>
                  </a:cubicBezTo>
                  <a:lnTo>
                    <a:pt x="633476" y="0"/>
                  </a:lnTo>
                  <a:cubicBezTo>
                    <a:pt x="713740" y="0"/>
                    <a:pt x="778891" y="65151"/>
                    <a:pt x="778891" y="145415"/>
                  </a:cubicBezTo>
                  <a:lnTo>
                    <a:pt x="778891" y="633476"/>
                  </a:lnTo>
                  <a:cubicBezTo>
                    <a:pt x="778891" y="713740"/>
                    <a:pt x="713740" y="778891"/>
                    <a:pt x="633476" y="778891"/>
                  </a:cubicBezTo>
                  <a:lnTo>
                    <a:pt x="145415" y="778891"/>
                  </a:lnTo>
                  <a:cubicBezTo>
                    <a:pt x="65151" y="778891"/>
                    <a:pt x="0" y="713740"/>
                    <a:pt x="0" y="633476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791591" cy="791591"/>
            </a:xfrm>
            <a:custGeom>
              <a:avLst/>
              <a:gdLst/>
              <a:ahLst/>
              <a:cxnLst/>
              <a:rect l="l" t="t" r="r" b="b"/>
              <a:pathLst>
                <a:path w="791591" h="791591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639826" y="0"/>
                  </a:lnTo>
                  <a:lnTo>
                    <a:pt x="639826" y="6350"/>
                  </a:lnTo>
                  <a:lnTo>
                    <a:pt x="639826" y="0"/>
                  </a:lnTo>
                  <a:cubicBezTo>
                    <a:pt x="723646" y="0"/>
                    <a:pt x="791591" y="67945"/>
                    <a:pt x="791591" y="151765"/>
                  </a:cubicBezTo>
                  <a:lnTo>
                    <a:pt x="785241" y="151765"/>
                  </a:lnTo>
                  <a:lnTo>
                    <a:pt x="791591" y="151765"/>
                  </a:lnTo>
                  <a:lnTo>
                    <a:pt x="791591" y="639826"/>
                  </a:lnTo>
                  <a:lnTo>
                    <a:pt x="785241" y="639826"/>
                  </a:lnTo>
                  <a:lnTo>
                    <a:pt x="791591" y="639826"/>
                  </a:lnTo>
                  <a:cubicBezTo>
                    <a:pt x="791591" y="723646"/>
                    <a:pt x="723646" y="791591"/>
                    <a:pt x="639826" y="791591"/>
                  </a:cubicBezTo>
                  <a:lnTo>
                    <a:pt x="639826" y="785241"/>
                  </a:lnTo>
                  <a:lnTo>
                    <a:pt x="639826" y="791591"/>
                  </a:lnTo>
                  <a:lnTo>
                    <a:pt x="151765" y="791591"/>
                  </a:lnTo>
                  <a:lnTo>
                    <a:pt x="151765" y="785241"/>
                  </a:lnTo>
                  <a:lnTo>
                    <a:pt x="151765" y="791591"/>
                  </a:lnTo>
                  <a:cubicBezTo>
                    <a:pt x="67945" y="791591"/>
                    <a:pt x="0" y="723646"/>
                    <a:pt x="0" y="639826"/>
                  </a:cubicBezTo>
                  <a:lnTo>
                    <a:pt x="0" y="151765"/>
                  </a:lnTo>
                  <a:lnTo>
                    <a:pt x="6350" y="151765"/>
                  </a:lnTo>
                  <a:lnTo>
                    <a:pt x="0" y="151765"/>
                  </a:lnTo>
                  <a:moveTo>
                    <a:pt x="12700" y="151765"/>
                  </a:moveTo>
                  <a:lnTo>
                    <a:pt x="12700" y="639826"/>
                  </a:lnTo>
                  <a:lnTo>
                    <a:pt x="6350" y="639826"/>
                  </a:lnTo>
                  <a:lnTo>
                    <a:pt x="12700" y="639826"/>
                  </a:lnTo>
                  <a:cubicBezTo>
                    <a:pt x="12700" y="716661"/>
                    <a:pt x="74930" y="778891"/>
                    <a:pt x="151765" y="778891"/>
                  </a:cubicBezTo>
                  <a:lnTo>
                    <a:pt x="639826" y="778891"/>
                  </a:lnTo>
                  <a:cubicBezTo>
                    <a:pt x="716661" y="778891"/>
                    <a:pt x="778891" y="716661"/>
                    <a:pt x="778891" y="639826"/>
                  </a:cubicBezTo>
                  <a:lnTo>
                    <a:pt x="778891" y="151765"/>
                  </a:lnTo>
                  <a:cubicBezTo>
                    <a:pt x="778891" y="74930"/>
                    <a:pt x="716661" y="12700"/>
                    <a:pt x="639826" y="12700"/>
                  </a:cubicBezTo>
                  <a:lnTo>
                    <a:pt x="151765" y="12700"/>
                  </a:lnTo>
                  <a:lnTo>
                    <a:pt x="151765" y="6350"/>
                  </a:lnTo>
                  <a:lnTo>
                    <a:pt x="151765" y="12700"/>
                  </a:lnTo>
                  <a:cubicBezTo>
                    <a:pt x="74930" y="12700"/>
                    <a:pt x="12700" y="74930"/>
                    <a:pt x="12700" y="151765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06004" y="5500315"/>
            <a:ext cx="389484" cy="486816"/>
            <a:chOff x="0" y="0"/>
            <a:chExt cx="519312" cy="64908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19312" cy="649088"/>
            </a:xfrm>
            <a:custGeom>
              <a:avLst/>
              <a:gdLst/>
              <a:ahLst/>
              <a:cxnLst/>
              <a:rect l="l" t="t" r="r" b="b"/>
              <a:pathLst>
                <a:path w="519312" h="649088">
                  <a:moveTo>
                    <a:pt x="0" y="0"/>
                  </a:moveTo>
                  <a:lnTo>
                    <a:pt x="519312" y="0"/>
                  </a:lnTo>
                  <a:lnTo>
                    <a:pt x="519312" y="649088"/>
                  </a:lnTo>
                  <a:lnTo>
                    <a:pt x="0" y="649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66675"/>
              <a:ext cx="519312" cy="5824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2"/>
                </a:lnSpc>
              </a:pPr>
              <a:r>
                <a:rPr lang="en-US" sz="30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3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752451" y="5451722"/>
            <a:ext cx="3895130" cy="486816"/>
            <a:chOff x="0" y="0"/>
            <a:chExt cx="5193507" cy="64908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193507" cy="649088"/>
            </a:xfrm>
            <a:custGeom>
              <a:avLst/>
              <a:gdLst/>
              <a:ahLst/>
              <a:cxnLst/>
              <a:rect l="l" t="t" r="r" b="b"/>
              <a:pathLst>
                <a:path w="5193507" h="649088">
                  <a:moveTo>
                    <a:pt x="0" y="0"/>
                  </a:moveTo>
                  <a:lnTo>
                    <a:pt x="5193507" y="0"/>
                  </a:lnTo>
                  <a:lnTo>
                    <a:pt x="5193507" y="649088"/>
                  </a:lnTo>
                  <a:lnTo>
                    <a:pt x="0" y="649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5193507" cy="6586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2"/>
                </a:lnSpc>
              </a:pPr>
              <a:r>
                <a:rPr lang="en-US" sz="30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Use Cases: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752451" y="6094214"/>
            <a:ext cx="7261771" cy="1038522"/>
            <a:chOff x="0" y="0"/>
            <a:chExt cx="9682362" cy="138469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682362" cy="1384697"/>
            </a:xfrm>
            <a:custGeom>
              <a:avLst/>
              <a:gdLst/>
              <a:ahLst/>
              <a:cxnLst/>
              <a:rect l="l" t="t" r="r" b="b"/>
              <a:pathLst>
                <a:path w="9682362" h="1384697">
                  <a:moveTo>
                    <a:pt x="0" y="0"/>
                  </a:moveTo>
                  <a:lnTo>
                    <a:pt x="9682362" y="0"/>
                  </a:lnTo>
                  <a:lnTo>
                    <a:pt x="9682362" y="1384697"/>
                  </a:lnTo>
                  <a:lnTo>
                    <a:pt x="0" y="1384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85725"/>
              <a:ext cx="9682362" cy="14704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1787" lvl="1" indent="-165894" algn="l">
                <a:lnSpc>
                  <a:spcPts val="3574"/>
                </a:lnSpc>
                <a:buFont typeface="Arial"/>
                <a:buChar char="•"/>
              </a:pPr>
              <a:r>
                <a:rPr lang="en-US" sz="2199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Scraping</a:t>
              </a:r>
              <a:r>
                <a:rPr lang="en-US" sz="21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 Collecting data for analysis, building datasets, or monitoring changes.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752451" y="7223521"/>
            <a:ext cx="7261771" cy="1557784"/>
            <a:chOff x="0" y="0"/>
            <a:chExt cx="9682362" cy="207704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682362" cy="2077045"/>
            </a:xfrm>
            <a:custGeom>
              <a:avLst/>
              <a:gdLst/>
              <a:ahLst/>
              <a:cxnLst/>
              <a:rect l="l" t="t" r="r" b="b"/>
              <a:pathLst>
                <a:path w="9682362" h="2077045">
                  <a:moveTo>
                    <a:pt x="0" y="0"/>
                  </a:moveTo>
                  <a:lnTo>
                    <a:pt x="9682362" y="0"/>
                  </a:lnTo>
                  <a:lnTo>
                    <a:pt x="9682362" y="2077045"/>
                  </a:lnTo>
                  <a:lnTo>
                    <a:pt x="0" y="20770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85725"/>
              <a:ext cx="9682362" cy="2162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1787" lvl="1" indent="-165894" algn="l">
                <a:lnSpc>
                  <a:spcPts val="3574"/>
                </a:lnSpc>
                <a:buFont typeface="Arial"/>
                <a:buChar char="•"/>
              </a:pPr>
              <a:r>
                <a:rPr lang="en-US" sz="2199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Automation</a:t>
              </a:r>
              <a:r>
                <a:rPr lang="en-US" sz="21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 Testing websites, automating manual tasks, interacting with dynamic content (e.g., JavaScript-rendered pages).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269016" y="5446960"/>
            <a:ext cx="593675" cy="593675"/>
            <a:chOff x="0" y="0"/>
            <a:chExt cx="791567" cy="791567"/>
          </a:xfrm>
        </p:grpSpPr>
        <p:sp>
          <p:nvSpPr>
            <p:cNvPr id="54" name="Freeform 54"/>
            <p:cNvSpPr/>
            <p:nvPr/>
          </p:nvSpPr>
          <p:spPr>
            <a:xfrm>
              <a:off x="6350" y="6350"/>
              <a:ext cx="778891" cy="778891"/>
            </a:xfrm>
            <a:custGeom>
              <a:avLst/>
              <a:gdLst/>
              <a:ahLst/>
              <a:cxnLst/>
              <a:rect l="l" t="t" r="r" b="b"/>
              <a:pathLst>
                <a:path w="778891" h="778891">
                  <a:moveTo>
                    <a:pt x="0" y="145415"/>
                  </a:moveTo>
                  <a:cubicBezTo>
                    <a:pt x="0" y="65151"/>
                    <a:pt x="65151" y="0"/>
                    <a:pt x="145415" y="0"/>
                  </a:cubicBezTo>
                  <a:lnTo>
                    <a:pt x="633476" y="0"/>
                  </a:lnTo>
                  <a:cubicBezTo>
                    <a:pt x="713740" y="0"/>
                    <a:pt x="778891" y="65151"/>
                    <a:pt x="778891" y="145415"/>
                  </a:cubicBezTo>
                  <a:lnTo>
                    <a:pt x="778891" y="633476"/>
                  </a:lnTo>
                  <a:cubicBezTo>
                    <a:pt x="778891" y="713740"/>
                    <a:pt x="713740" y="778891"/>
                    <a:pt x="633476" y="778891"/>
                  </a:cubicBezTo>
                  <a:lnTo>
                    <a:pt x="145415" y="778891"/>
                  </a:lnTo>
                  <a:cubicBezTo>
                    <a:pt x="65151" y="778891"/>
                    <a:pt x="0" y="713740"/>
                    <a:pt x="0" y="633476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0" y="0"/>
              <a:ext cx="791591" cy="791591"/>
            </a:xfrm>
            <a:custGeom>
              <a:avLst/>
              <a:gdLst/>
              <a:ahLst/>
              <a:cxnLst/>
              <a:rect l="l" t="t" r="r" b="b"/>
              <a:pathLst>
                <a:path w="791591" h="791591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639826" y="0"/>
                  </a:lnTo>
                  <a:lnTo>
                    <a:pt x="639826" y="6350"/>
                  </a:lnTo>
                  <a:lnTo>
                    <a:pt x="639826" y="0"/>
                  </a:lnTo>
                  <a:cubicBezTo>
                    <a:pt x="723646" y="0"/>
                    <a:pt x="791591" y="67945"/>
                    <a:pt x="791591" y="151765"/>
                  </a:cubicBezTo>
                  <a:lnTo>
                    <a:pt x="785241" y="151765"/>
                  </a:lnTo>
                  <a:lnTo>
                    <a:pt x="791591" y="151765"/>
                  </a:lnTo>
                  <a:lnTo>
                    <a:pt x="791591" y="639826"/>
                  </a:lnTo>
                  <a:lnTo>
                    <a:pt x="785241" y="639826"/>
                  </a:lnTo>
                  <a:lnTo>
                    <a:pt x="791591" y="639826"/>
                  </a:lnTo>
                  <a:cubicBezTo>
                    <a:pt x="791591" y="723646"/>
                    <a:pt x="723646" y="791591"/>
                    <a:pt x="639826" y="791591"/>
                  </a:cubicBezTo>
                  <a:lnTo>
                    <a:pt x="639826" y="785241"/>
                  </a:lnTo>
                  <a:lnTo>
                    <a:pt x="639826" y="791591"/>
                  </a:lnTo>
                  <a:lnTo>
                    <a:pt x="151765" y="791591"/>
                  </a:lnTo>
                  <a:lnTo>
                    <a:pt x="151765" y="785241"/>
                  </a:lnTo>
                  <a:lnTo>
                    <a:pt x="151765" y="791591"/>
                  </a:lnTo>
                  <a:cubicBezTo>
                    <a:pt x="67945" y="791591"/>
                    <a:pt x="0" y="723646"/>
                    <a:pt x="0" y="639826"/>
                  </a:cubicBezTo>
                  <a:lnTo>
                    <a:pt x="0" y="151765"/>
                  </a:lnTo>
                  <a:lnTo>
                    <a:pt x="6350" y="151765"/>
                  </a:lnTo>
                  <a:lnTo>
                    <a:pt x="0" y="151765"/>
                  </a:lnTo>
                  <a:moveTo>
                    <a:pt x="12700" y="151765"/>
                  </a:moveTo>
                  <a:lnTo>
                    <a:pt x="12700" y="639826"/>
                  </a:lnTo>
                  <a:lnTo>
                    <a:pt x="6350" y="639826"/>
                  </a:lnTo>
                  <a:lnTo>
                    <a:pt x="12700" y="639826"/>
                  </a:lnTo>
                  <a:cubicBezTo>
                    <a:pt x="12700" y="716661"/>
                    <a:pt x="74930" y="778891"/>
                    <a:pt x="151765" y="778891"/>
                  </a:cubicBezTo>
                  <a:lnTo>
                    <a:pt x="639826" y="778891"/>
                  </a:lnTo>
                  <a:cubicBezTo>
                    <a:pt x="716661" y="778891"/>
                    <a:pt x="778891" y="716661"/>
                    <a:pt x="778891" y="639826"/>
                  </a:cubicBezTo>
                  <a:lnTo>
                    <a:pt x="778891" y="151765"/>
                  </a:lnTo>
                  <a:cubicBezTo>
                    <a:pt x="778891" y="74930"/>
                    <a:pt x="716661" y="12700"/>
                    <a:pt x="639826" y="12700"/>
                  </a:cubicBezTo>
                  <a:lnTo>
                    <a:pt x="151765" y="12700"/>
                  </a:lnTo>
                  <a:lnTo>
                    <a:pt x="151765" y="6350"/>
                  </a:lnTo>
                  <a:lnTo>
                    <a:pt x="151765" y="12700"/>
                  </a:lnTo>
                  <a:cubicBezTo>
                    <a:pt x="74930" y="12700"/>
                    <a:pt x="12700" y="74930"/>
                    <a:pt x="12700" y="151765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371038" y="5500315"/>
            <a:ext cx="389484" cy="486816"/>
            <a:chOff x="0" y="0"/>
            <a:chExt cx="519312" cy="64908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19312" cy="649088"/>
            </a:xfrm>
            <a:custGeom>
              <a:avLst/>
              <a:gdLst/>
              <a:ahLst/>
              <a:cxnLst/>
              <a:rect l="l" t="t" r="r" b="b"/>
              <a:pathLst>
                <a:path w="519312" h="649088">
                  <a:moveTo>
                    <a:pt x="0" y="0"/>
                  </a:moveTo>
                  <a:lnTo>
                    <a:pt x="519312" y="0"/>
                  </a:lnTo>
                  <a:lnTo>
                    <a:pt x="519312" y="649088"/>
                  </a:lnTo>
                  <a:lnTo>
                    <a:pt x="0" y="649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66675"/>
              <a:ext cx="519312" cy="5824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2"/>
                </a:lnSpc>
              </a:pPr>
              <a:r>
                <a:rPr lang="en-US" sz="30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4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117485" y="5451722"/>
            <a:ext cx="3895130" cy="486816"/>
            <a:chOff x="0" y="0"/>
            <a:chExt cx="5193507" cy="64908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193507" cy="649088"/>
            </a:xfrm>
            <a:custGeom>
              <a:avLst/>
              <a:gdLst/>
              <a:ahLst/>
              <a:cxnLst/>
              <a:rect l="l" t="t" r="r" b="b"/>
              <a:pathLst>
                <a:path w="5193507" h="649088">
                  <a:moveTo>
                    <a:pt x="0" y="0"/>
                  </a:moveTo>
                  <a:lnTo>
                    <a:pt x="5193507" y="0"/>
                  </a:lnTo>
                  <a:lnTo>
                    <a:pt x="5193507" y="649088"/>
                  </a:lnTo>
                  <a:lnTo>
                    <a:pt x="0" y="649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5193507" cy="6586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2"/>
                </a:lnSpc>
              </a:pPr>
              <a:r>
                <a:rPr lang="en-US" sz="30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Interaction Level: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119866" y="5834583"/>
            <a:ext cx="7261771" cy="1557784"/>
            <a:chOff x="0" y="0"/>
            <a:chExt cx="9682362" cy="2077045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9682362" cy="2077045"/>
            </a:xfrm>
            <a:custGeom>
              <a:avLst/>
              <a:gdLst/>
              <a:ahLst/>
              <a:cxnLst/>
              <a:rect l="l" t="t" r="r" b="b"/>
              <a:pathLst>
                <a:path w="9682362" h="2077045">
                  <a:moveTo>
                    <a:pt x="0" y="0"/>
                  </a:moveTo>
                  <a:lnTo>
                    <a:pt x="9682362" y="0"/>
                  </a:lnTo>
                  <a:lnTo>
                    <a:pt x="9682362" y="2077045"/>
                  </a:lnTo>
                  <a:lnTo>
                    <a:pt x="0" y="20770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85725"/>
              <a:ext cx="9682362" cy="2162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1787" lvl="1" indent="-165894" algn="l">
                <a:lnSpc>
                  <a:spcPts val="3574"/>
                </a:lnSpc>
                <a:buFont typeface="Arial"/>
                <a:buChar char="•"/>
              </a:pPr>
              <a:r>
                <a:rPr lang="en-US" sz="2199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Scraping</a:t>
              </a:r>
              <a:r>
                <a:rPr lang="en-US" sz="21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 Usually interacts with the HTML content without rendering the page (does not simulate user actions).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119866" y="7223521"/>
            <a:ext cx="7261771" cy="1557784"/>
            <a:chOff x="0" y="0"/>
            <a:chExt cx="9682362" cy="2077045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682362" cy="2077045"/>
            </a:xfrm>
            <a:custGeom>
              <a:avLst/>
              <a:gdLst/>
              <a:ahLst/>
              <a:cxnLst/>
              <a:rect l="l" t="t" r="r" b="b"/>
              <a:pathLst>
                <a:path w="9682362" h="2077045">
                  <a:moveTo>
                    <a:pt x="0" y="0"/>
                  </a:moveTo>
                  <a:lnTo>
                    <a:pt x="9682362" y="0"/>
                  </a:lnTo>
                  <a:lnTo>
                    <a:pt x="9682362" y="2077045"/>
                  </a:lnTo>
                  <a:lnTo>
                    <a:pt x="0" y="20770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85725"/>
              <a:ext cx="9682362" cy="2162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1787" lvl="1" indent="-165894" algn="l">
                <a:lnSpc>
                  <a:spcPts val="3574"/>
                </a:lnSpc>
                <a:buFont typeface="Arial"/>
                <a:buChar char="•"/>
              </a:pPr>
              <a:r>
                <a:rPr lang="en-US" sz="2199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Automation</a:t>
              </a:r>
              <a:r>
                <a:rPr lang="en-US" sz="21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 Interacts with the website as if it's a real user (can simulate clicks, form submissions, etc.).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735806" y="578644"/>
            <a:ext cx="10125423" cy="802545"/>
            <a:chOff x="0" y="0"/>
            <a:chExt cx="13500565" cy="10700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500565" cy="1070060"/>
            </a:xfrm>
            <a:custGeom>
              <a:avLst/>
              <a:gdLst/>
              <a:ahLst/>
              <a:cxnLst/>
              <a:rect l="l" t="t" r="r" b="b"/>
              <a:pathLst>
                <a:path w="13500565" h="1070060">
                  <a:moveTo>
                    <a:pt x="0" y="0"/>
                  </a:moveTo>
                  <a:lnTo>
                    <a:pt x="13500565" y="0"/>
                  </a:lnTo>
                  <a:lnTo>
                    <a:pt x="13500565" y="1070060"/>
                  </a:lnTo>
                  <a:lnTo>
                    <a:pt x="0" y="10700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3500565" cy="108911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124"/>
                </a:lnSpc>
              </a:pPr>
              <a:r>
                <a:rPr lang="en-US" sz="4124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Ethical Considerations for Scraping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5806" y="1551086"/>
            <a:ext cx="9958387" cy="914354"/>
            <a:chOff x="0" y="0"/>
            <a:chExt cx="13277850" cy="12191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277850" cy="1219138"/>
            </a:xfrm>
            <a:custGeom>
              <a:avLst/>
              <a:gdLst/>
              <a:ahLst/>
              <a:cxnLst/>
              <a:rect l="l" t="t" r="r" b="b"/>
              <a:pathLst>
                <a:path w="13277850" h="1219138">
                  <a:moveTo>
                    <a:pt x="0" y="0"/>
                  </a:moveTo>
                  <a:lnTo>
                    <a:pt x="13277850" y="0"/>
                  </a:lnTo>
                  <a:lnTo>
                    <a:pt x="13277850" y="1219138"/>
                  </a:lnTo>
                  <a:lnTo>
                    <a:pt x="0" y="12191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13277850" cy="12953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5"/>
                </a:lnSpc>
              </a:pPr>
              <a:r>
                <a:rPr lang="en-US" sz="22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Ethical web scraping is crucial to avoid disrupting websites and ensure responsible data collection.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35806" y="2628454"/>
            <a:ext cx="9958387" cy="914354"/>
            <a:chOff x="0" y="0"/>
            <a:chExt cx="13277850" cy="12191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277850" cy="1219138"/>
            </a:xfrm>
            <a:custGeom>
              <a:avLst/>
              <a:gdLst/>
              <a:ahLst/>
              <a:cxnLst/>
              <a:rect l="l" t="t" r="r" b="b"/>
              <a:pathLst>
                <a:path w="13277850" h="1219138">
                  <a:moveTo>
                    <a:pt x="0" y="0"/>
                  </a:moveTo>
                  <a:lnTo>
                    <a:pt x="13277850" y="0"/>
                  </a:lnTo>
                  <a:lnTo>
                    <a:pt x="13277850" y="1219138"/>
                  </a:lnTo>
                  <a:lnTo>
                    <a:pt x="0" y="12191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13277850" cy="12953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5"/>
                </a:lnSpc>
              </a:pPr>
              <a:r>
                <a:rPr lang="en-US" sz="22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Respecting robots.txt and implementing rate limiting are essential practices for maintaining good relations with website owners.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31044" y="3701057"/>
            <a:ext cx="9967912" cy="2164705"/>
            <a:chOff x="0" y="0"/>
            <a:chExt cx="13290550" cy="2886273"/>
          </a:xfrm>
        </p:grpSpPr>
        <p:sp>
          <p:nvSpPr>
            <p:cNvPr id="17" name="Freeform 17"/>
            <p:cNvSpPr/>
            <p:nvPr/>
          </p:nvSpPr>
          <p:spPr>
            <a:xfrm>
              <a:off x="6350" y="6350"/>
              <a:ext cx="13277850" cy="2873629"/>
            </a:xfrm>
            <a:custGeom>
              <a:avLst/>
              <a:gdLst/>
              <a:ahLst/>
              <a:cxnLst/>
              <a:rect l="l" t="t" r="r" b="b"/>
              <a:pathLst>
                <a:path w="13277850" h="2873629">
                  <a:moveTo>
                    <a:pt x="0" y="117729"/>
                  </a:moveTo>
                  <a:cubicBezTo>
                    <a:pt x="0" y="52705"/>
                    <a:pt x="52832" y="0"/>
                    <a:pt x="118110" y="0"/>
                  </a:cubicBezTo>
                  <a:lnTo>
                    <a:pt x="13159739" y="0"/>
                  </a:lnTo>
                  <a:cubicBezTo>
                    <a:pt x="13225018" y="0"/>
                    <a:pt x="13277850" y="52705"/>
                    <a:pt x="13277850" y="117729"/>
                  </a:cubicBezTo>
                  <a:lnTo>
                    <a:pt x="13277850" y="2755900"/>
                  </a:lnTo>
                  <a:cubicBezTo>
                    <a:pt x="13277850" y="2820924"/>
                    <a:pt x="13225018" y="2873629"/>
                    <a:pt x="13159739" y="2873629"/>
                  </a:cubicBezTo>
                  <a:lnTo>
                    <a:pt x="118110" y="2873629"/>
                  </a:lnTo>
                  <a:cubicBezTo>
                    <a:pt x="52832" y="2873629"/>
                    <a:pt x="0" y="2820924"/>
                    <a:pt x="0" y="2755900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13290550" cy="2886329"/>
            </a:xfrm>
            <a:custGeom>
              <a:avLst/>
              <a:gdLst/>
              <a:ahLst/>
              <a:cxnLst/>
              <a:rect l="l" t="t" r="r" b="b"/>
              <a:pathLst>
                <a:path w="13290550" h="2886329">
                  <a:moveTo>
                    <a:pt x="0" y="124079"/>
                  </a:moveTo>
                  <a:cubicBezTo>
                    <a:pt x="0" y="55499"/>
                    <a:pt x="55753" y="0"/>
                    <a:pt x="124460" y="0"/>
                  </a:cubicBezTo>
                  <a:lnTo>
                    <a:pt x="13166089" y="0"/>
                  </a:lnTo>
                  <a:lnTo>
                    <a:pt x="13166089" y="6350"/>
                  </a:lnTo>
                  <a:lnTo>
                    <a:pt x="13166089" y="0"/>
                  </a:lnTo>
                  <a:cubicBezTo>
                    <a:pt x="13234797" y="0"/>
                    <a:pt x="13290550" y="55499"/>
                    <a:pt x="13290550" y="124079"/>
                  </a:cubicBezTo>
                  <a:lnTo>
                    <a:pt x="13284200" y="124079"/>
                  </a:lnTo>
                  <a:lnTo>
                    <a:pt x="13290550" y="124079"/>
                  </a:lnTo>
                  <a:lnTo>
                    <a:pt x="13290550" y="2762250"/>
                  </a:lnTo>
                  <a:lnTo>
                    <a:pt x="13284200" y="2762250"/>
                  </a:lnTo>
                  <a:lnTo>
                    <a:pt x="13290550" y="2762250"/>
                  </a:lnTo>
                  <a:cubicBezTo>
                    <a:pt x="13290550" y="2830830"/>
                    <a:pt x="13234797" y="2886329"/>
                    <a:pt x="13166089" y="2886329"/>
                  </a:cubicBezTo>
                  <a:lnTo>
                    <a:pt x="13166089" y="2879979"/>
                  </a:lnTo>
                  <a:lnTo>
                    <a:pt x="13166089" y="2886329"/>
                  </a:lnTo>
                  <a:lnTo>
                    <a:pt x="124460" y="2886329"/>
                  </a:lnTo>
                  <a:lnTo>
                    <a:pt x="124460" y="2879979"/>
                  </a:lnTo>
                  <a:lnTo>
                    <a:pt x="124460" y="2886329"/>
                  </a:lnTo>
                  <a:cubicBezTo>
                    <a:pt x="55753" y="2886329"/>
                    <a:pt x="0" y="2830830"/>
                    <a:pt x="0" y="2762250"/>
                  </a:cubicBezTo>
                  <a:lnTo>
                    <a:pt x="0" y="124079"/>
                  </a:lnTo>
                  <a:lnTo>
                    <a:pt x="6350" y="124079"/>
                  </a:lnTo>
                  <a:lnTo>
                    <a:pt x="0" y="124079"/>
                  </a:lnTo>
                  <a:moveTo>
                    <a:pt x="12700" y="124079"/>
                  </a:moveTo>
                  <a:lnTo>
                    <a:pt x="12700" y="2762250"/>
                  </a:lnTo>
                  <a:lnTo>
                    <a:pt x="6350" y="2762250"/>
                  </a:lnTo>
                  <a:lnTo>
                    <a:pt x="12700" y="2762250"/>
                  </a:lnTo>
                  <a:cubicBezTo>
                    <a:pt x="12700" y="2823718"/>
                    <a:pt x="62738" y="2873629"/>
                    <a:pt x="124460" y="2873629"/>
                  </a:cubicBezTo>
                  <a:lnTo>
                    <a:pt x="13166089" y="2873629"/>
                  </a:lnTo>
                  <a:cubicBezTo>
                    <a:pt x="13227811" y="2873629"/>
                    <a:pt x="13277850" y="2823718"/>
                    <a:pt x="13277850" y="2762250"/>
                  </a:cubicBezTo>
                  <a:lnTo>
                    <a:pt x="13277850" y="124079"/>
                  </a:lnTo>
                  <a:cubicBezTo>
                    <a:pt x="13277850" y="62611"/>
                    <a:pt x="13227811" y="12700"/>
                    <a:pt x="13166089" y="12700"/>
                  </a:cubicBezTo>
                  <a:lnTo>
                    <a:pt x="124460" y="12700"/>
                  </a:lnTo>
                  <a:lnTo>
                    <a:pt x="124460" y="6350"/>
                  </a:lnTo>
                  <a:lnTo>
                    <a:pt x="124460" y="12700"/>
                  </a:lnTo>
                  <a:cubicBezTo>
                    <a:pt x="62738" y="12700"/>
                    <a:pt x="12700" y="62611"/>
                    <a:pt x="12700" y="124079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5476" y="3925491"/>
            <a:ext cx="2628156" cy="437355"/>
            <a:chOff x="0" y="0"/>
            <a:chExt cx="3504208" cy="5831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504208" cy="583140"/>
            </a:xfrm>
            <a:custGeom>
              <a:avLst/>
              <a:gdLst/>
              <a:ahLst/>
              <a:cxnLst/>
              <a:rect l="l" t="t" r="r" b="b"/>
              <a:pathLst>
                <a:path w="3504208" h="583140">
                  <a:moveTo>
                    <a:pt x="0" y="0"/>
                  </a:moveTo>
                  <a:lnTo>
                    <a:pt x="3504208" y="0"/>
                  </a:lnTo>
                  <a:lnTo>
                    <a:pt x="3504208" y="583140"/>
                  </a:lnTo>
                  <a:lnTo>
                    <a:pt x="0" y="583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3504208" cy="5926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810"/>
                </a:lnSpc>
              </a:pPr>
              <a:r>
                <a:rPr lang="en-US" sz="22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Robots.txt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5476" y="4380011"/>
            <a:ext cx="9519048" cy="1362029"/>
            <a:chOff x="0" y="0"/>
            <a:chExt cx="12692063" cy="181603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692063" cy="1816038"/>
            </a:xfrm>
            <a:custGeom>
              <a:avLst/>
              <a:gdLst/>
              <a:ahLst/>
              <a:cxnLst/>
              <a:rect l="l" t="t" r="r" b="b"/>
              <a:pathLst>
                <a:path w="12692063" h="1816038">
                  <a:moveTo>
                    <a:pt x="0" y="0"/>
                  </a:moveTo>
                  <a:lnTo>
                    <a:pt x="12692063" y="0"/>
                  </a:lnTo>
                  <a:lnTo>
                    <a:pt x="12692063" y="1816038"/>
                  </a:lnTo>
                  <a:lnTo>
                    <a:pt x="0" y="1816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12692063" cy="18922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5"/>
                </a:lnSpc>
              </a:pPr>
              <a:r>
                <a:rPr lang="en-US" sz="22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Always check the website’s robots.txt file to ensure that scraping is permitted. This file specifies which parts of the site should not be accessed by web crawlers.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31044" y="6066384"/>
            <a:ext cx="9967912" cy="2164705"/>
            <a:chOff x="0" y="0"/>
            <a:chExt cx="13290550" cy="2886273"/>
          </a:xfrm>
        </p:grpSpPr>
        <p:sp>
          <p:nvSpPr>
            <p:cNvPr id="26" name="Freeform 26"/>
            <p:cNvSpPr/>
            <p:nvPr/>
          </p:nvSpPr>
          <p:spPr>
            <a:xfrm>
              <a:off x="6350" y="6350"/>
              <a:ext cx="13277850" cy="2873629"/>
            </a:xfrm>
            <a:custGeom>
              <a:avLst/>
              <a:gdLst/>
              <a:ahLst/>
              <a:cxnLst/>
              <a:rect l="l" t="t" r="r" b="b"/>
              <a:pathLst>
                <a:path w="13277850" h="2873629">
                  <a:moveTo>
                    <a:pt x="0" y="117729"/>
                  </a:moveTo>
                  <a:cubicBezTo>
                    <a:pt x="0" y="52705"/>
                    <a:pt x="52832" y="0"/>
                    <a:pt x="118110" y="0"/>
                  </a:cubicBezTo>
                  <a:lnTo>
                    <a:pt x="13159739" y="0"/>
                  </a:lnTo>
                  <a:cubicBezTo>
                    <a:pt x="13225018" y="0"/>
                    <a:pt x="13277850" y="52705"/>
                    <a:pt x="13277850" y="117729"/>
                  </a:cubicBezTo>
                  <a:lnTo>
                    <a:pt x="13277850" y="2755900"/>
                  </a:lnTo>
                  <a:cubicBezTo>
                    <a:pt x="13277850" y="2820924"/>
                    <a:pt x="13225018" y="2873629"/>
                    <a:pt x="13159739" y="2873629"/>
                  </a:cubicBezTo>
                  <a:lnTo>
                    <a:pt x="118110" y="2873629"/>
                  </a:lnTo>
                  <a:cubicBezTo>
                    <a:pt x="52832" y="2873629"/>
                    <a:pt x="0" y="2820924"/>
                    <a:pt x="0" y="2755900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0" y="0"/>
              <a:ext cx="13290550" cy="2886329"/>
            </a:xfrm>
            <a:custGeom>
              <a:avLst/>
              <a:gdLst/>
              <a:ahLst/>
              <a:cxnLst/>
              <a:rect l="l" t="t" r="r" b="b"/>
              <a:pathLst>
                <a:path w="13290550" h="2886329">
                  <a:moveTo>
                    <a:pt x="0" y="124079"/>
                  </a:moveTo>
                  <a:cubicBezTo>
                    <a:pt x="0" y="55499"/>
                    <a:pt x="55753" y="0"/>
                    <a:pt x="124460" y="0"/>
                  </a:cubicBezTo>
                  <a:lnTo>
                    <a:pt x="13166089" y="0"/>
                  </a:lnTo>
                  <a:lnTo>
                    <a:pt x="13166089" y="6350"/>
                  </a:lnTo>
                  <a:lnTo>
                    <a:pt x="13166089" y="0"/>
                  </a:lnTo>
                  <a:cubicBezTo>
                    <a:pt x="13234797" y="0"/>
                    <a:pt x="13290550" y="55499"/>
                    <a:pt x="13290550" y="124079"/>
                  </a:cubicBezTo>
                  <a:lnTo>
                    <a:pt x="13284200" y="124079"/>
                  </a:lnTo>
                  <a:lnTo>
                    <a:pt x="13290550" y="124079"/>
                  </a:lnTo>
                  <a:lnTo>
                    <a:pt x="13290550" y="2762250"/>
                  </a:lnTo>
                  <a:lnTo>
                    <a:pt x="13284200" y="2762250"/>
                  </a:lnTo>
                  <a:lnTo>
                    <a:pt x="13290550" y="2762250"/>
                  </a:lnTo>
                  <a:cubicBezTo>
                    <a:pt x="13290550" y="2830830"/>
                    <a:pt x="13234797" y="2886329"/>
                    <a:pt x="13166089" y="2886329"/>
                  </a:cubicBezTo>
                  <a:lnTo>
                    <a:pt x="13166089" y="2879979"/>
                  </a:lnTo>
                  <a:lnTo>
                    <a:pt x="13166089" y="2886329"/>
                  </a:lnTo>
                  <a:lnTo>
                    <a:pt x="124460" y="2886329"/>
                  </a:lnTo>
                  <a:lnTo>
                    <a:pt x="124460" y="2879979"/>
                  </a:lnTo>
                  <a:lnTo>
                    <a:pt x="124460" y="2886329"/>
                  </a:lnTo>
                  <a:cubicBezTo>
                    <a:pt x="55753" y="2886329"/>
                    <a:pt x="0" y="2830830"/>
                    <a:pt x="0" y="2762250"/>
                  </a:cubicBezTo>
                  <a:lnTo>
                    <a:pt x="0" y="124079"/>
                  </a:lnTo>
                  <a:lnTo>
                    <a:pt x="6350" y="124079"/>
                  </a:lnTo>
                  <a:lnTo>
                    <a:pt x="0" y="124079"/>
                  </a:lnTo>
                  <a:moveTo>
                    <a:pt x="12700" y="124079"/>
                  </a:moveTo>
                  <a:lnTo>
                    <a:pt x="12700" y="2762250"/>
                  </a:lnTo>
                  <a:lnTo>
                    <a:pt x="6350" y="2762250"/>
                  </a:lnTo>
                  <a:lnTo>
                    <a:pt x="12700" y="2762250"/>
                  </a:lnTo>
                  <a:cubicBezTo>
                    <a:pt x="12700" y="2823718"/>
                    <a:pt x="62738" y="2873629"/>
                    <a:pt x="124460" y="2873629"/>
                  </a:cubicBezTo>
                  <a:lnTo>
                    <a:pt x="13166089" y="2873629"/>
                  </a:lnTo>
                  <a:cubicBezTo>
                    <a:pt x="13227811" y="2873629"/>
                    <a:pt x="13277850" y="2823718"/>
                    <a:pt x="13277850" y="2762250"/>
                  </a:cubicBezTo>
                  <a:lnTo>
                    <a:pt x="13277850" y="124079"/>
                  </a:lnTo>
                  <a:cubicBezTo>
                    <a:pt x="13277850" y="62611"/>
                    <a:pt x="13227811" y="12700"/>
                    <a:pt x="13166089" y="12700"/>
                  </a:cubicBezTo>
                  <a:lnTo>
                    <a:pt x="124460" y="12700"/>
                  </a:lnTo>
                  <a:lnTo>
                    <a:pt x="124460" y="6350"/>
                  </a:lnTo>
                  <a:lnTo>
                    <a:pt x="124460" y="12700"/>
                  </a:lnTo>
                  <a:cubicBezTo>
                    <a:pt x="62738" y="12700"/>
                    <a:pt x="12700" y="62611"/>
                    <a:pt x="12700" y="124079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5476" y="6290816"/>
            <a:ext cx="2628156" cy="437355"/>
            <a:chOff x="0" y="0"/>
            <a:chExt cx="3504208" cy="5831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504208" cy="583140"/>
            </a:xfrm>
            <a:custGeom>
              <a:avLst/>
              <a:gdLst/>
              <a:ahLst/>
              <a:cxnLst/>
              <a:rect l="l" t="t" r="r" b="b"/>
              <a:pathLst>
                <a:path w="3504208" h="583140">
                  <a:moveTo>
                    <a:pt x="0" y="0"/>
                  </a:moveTo>
                  <a:lnTo>
                    <a:pt x="3504208" y="0"/>
                  </a:lnTo>
                  <a:lnTo>
                    <a:pt x="3504208" y="583140"/>
                  </a:lnTo>
                  <a:lnTo>
                    <a:pt x="0" y="583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3504208" cy="5926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810"/>
                </a:lnSpc>
              </a:pPr>
              <a:r>
                <a:rPr lang="en-US" sz="22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Rate Limiting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5476" y="6745338"/>
            <a:ext cx="9519048" cy="1362029"/>
            <a:chOff x="0" y="0"/>
            <a:chExt cx="12692063" cy="181603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692063" cy="1816038"/>
            </a:xfrm>
            <a:custGeom>
              <a:avLst/>
              <a:gdLst/>
              <a:ahLst/>
              <a:cxnLst/>
              <a:rect l="l" t="t" r="r" b="b"/>
              <a:pathLst>
                <a:path w="12692063" h="1816038">
                  <a:moveTo>
                    <a:pt x="0" y="0"/>
                  </a:moveTo>
                  <a:lnTo>
                    <a:pt x="12692063" y="0"/>
                  </a:lnTo>
                  <a:lnTo>
                    <a:pt x="12692063" y="1816038"/>
                  </a:lnTo>
                  <a:lnTo>
                    <a:pt x="0" y="1816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76200"/>
              <a:ext cx="12692063" cy="18922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5"/>
                </a:lnSpc>
              </a:pPr>
              <a:r>
                <a:rPr lang="en-US" sz="226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Avoid sending too many requests in a short period to prevent overloading the server. Implement delays between requests to mimic human behavior and avoid being blocked.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35806" y="8462814"/>
            <a:ext cx="9958387" cy="416393"/>
            <a:chOff x="0" y="0"/>
            <a:chExt cx="13277850" cy="55519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277850" cy="555190"/>
            </a:xfrm>
            <a:custGeom>
              <a:avLst/>
              <a:gdLst/>
              <a:ahLst/>
              <a:cxnLst/>
              <a:rect l="l" t="t" r="r" b="b"/>
              <a:pathLst>
                <a:path w="13277850" h="555190">
                  <a:moveTo>
                    <a:pt x="0" y="0"/>
                  </a:moveTo>
                  <a:lnTo>
                    <a:pt x="13277850" y="0"/>
                  </a:lnTo>
                  <a:lnTo>
                    <a:pt x="13277850" y="555190"/>
                  </a:lnTo>
                  <a:lnTo>
                    <a:pt x="0" y="5551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13277850" cy="6409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71"/>
                </a:lnSpc>
              </a:pPr>
              <a:r>
                <a:rPr lang="en-US" sz="2024" b="1" u="sng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To check robots.txt: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35806" y="9035654"/>
            <a:ext cx="9958387" cy="825968"/>
            <a:chOff x="0" y="0"/>
            <a:chExt cx="13277850" cy="110129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3277850" cy="1101290"/>
            </a:xfrm>
            <a:custGeom>
              <a:avLst/>
              <a:gdLst/>
              <a:ahLst/>
              <a:cxnLst/>
              <a:rect l="l" t="t" r="r" b="b"/>
              <a:pathLst>
                <a:path w="13277850" h="1101290">
                  <a:moveTo>
                    <a:pt x="0" y="0"/>
                  </a:moveTo>
                  <a:lnTo>
                    <a:pt x="13277850" y="0"/>
                  </a:lnTo>
                  <a:lnTo>
                    <a:pt x="13277850" y="1101290"/>
                  </a:lnTo>
                  <a:lnTo>
                    <a:pt x="0" y="1101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85725"/>
              <a:ext cx="13277850" cy="11870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71"/>
                </a:lnSpc>
              </a:pPr>
              <a:r>
                <a:rPr lang="en-US" sz="2024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You can open a web browser and visit the robots.txt file directly by typing: </a:t>
              </a:r>
              <a:r>
                <a:rPr lang="en-US" sz="2024" u="sng">
                  <a:solidFill>
                    <a:srgbClr val="CC3000"/>
                  </a:solidFill>
                  <a:latin typeface="Open Sans"/>
                  <a:ea typeface="Open Sans"/>
                  <a:cs typeface="Open Sans"/>
                  <a:sym typeface="Open Sans"/>
                  <a:hlinkClick r:id="rId7" tooltip="https://example.com/robots.txt"/>
                </a:rPr>
                <a:t>https://example.com/robots.txt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1440" y="629691"/>
            <a:ext cx="5724971" cy="715566"/>
            <a:chOff x="0" y="0"/>
            <a:chExt cx="7633295" cy="9540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33295" cy="954088"/>
            </a:xfrm>
            <a:custGeom>
              <a:avLst/>
              <a:gdLst/>
              <a:ahLst/>
              <a:cxnLst/>
              <a:rect l="l" t="t" r="r" b="b"/>
              <a:pathLst>
                <a:path w="7633295" h="954088">
                  <a:moveTo>
                    <a:pt x="0" y="0"/>
                  </a:moveTo>
                  <a:lnTo>
                    <a:pt x="7633295" y="0"/>
                  </a:lnTo>
                  <a:lnTo>
                    <a:pt x="7633295" y="954088"/>
                  </a:lnTo>
                  <a:lnTo>
                    <a:pt x="0" y="954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7633295" cy="9731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25"/>
                </a:lnSpc>
              </a:pPr>
              <a:r>
                <a:rPr lang="en-US" sz="4499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Hands-on Activity!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1440" y="1803201"/>
            <a:ext cx="16685121" cy="523790"/>
            <a:chOff x="0" y="0"/>
            <a:chExt cx="22246828" cy="69838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246828" cy="698387"/>
            </a:xfrm>
            <a:custGeom>
              <a:avLst/>
              <a:gdLst/>
              <a:ahLst/>
              <a:cxnLst/>
              <a:rect l="l" t="t" r="r" b="b"/>
              <a:pathLst>
                <a:path w="22246828" h="698387">
                  <a:moveTo>
                    <a:pt x="0" y="0"/>
                  </a:moveTo>
                  <a:lnTo>
                    <a:pt x="22246828" y="0"/>
                  </a:lnTo>
                  <a:lnTo>
                    <a:pt x="22246828" y="698387"/>
                  </a:lnTo>
                  <a:lnTo>
                    <a:pt x="0" y="6983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2246828" cy="7936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37"/>
                </a:lnSpc>
              </a:pPr>
              <a:r>
                <a:rPr lang="en-US" sz="2549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Task</a:t>
              </a:r>
              <a:r>
                <a:rPr lang="en-US" sz="254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01440" y="2518619"/>
            <a:ext cx="16685121" cy="523790"/>
            <a:chOff x="0" y="0"/>
            <a:chExt cx="22246828" cy="6983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246828" cy="698387"/>
            </a:xfrm>
            <a:custGeom>
              <a:avLst/>
              <a:gdLst/>
              <a:ahLst/>
              <a:cxnLst/>
              <a:rect l="l" t="t" r="r" b="b"/>
              <a:pathLst>
                <a:path w="22246828" h="698387">
                  <a:moveTo>
                    <a:pt x="0" y="0"/>
                  </a:moveTo>
                  <a:lnTo>
                    <a:pt x="22246828" y="0"/>
                  </a:lnTo>
                  <a:lnTo>
                    <a:pt x="22246828" y="698387"/>
                  </a:lnTo>
                  <a:lnTo>
                    <a:pt x="0" y="6983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22246828" cy="7936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37"/>
                </a:lnSpc>
              </a:pPr>
              <a:r>
                <a:rPr lang="en-US" sz="254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Scrape the HTML content of your desired webpage.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1440" y="3440014"/>
            <a:ext cx="10304860" cy="523790"/>
            <a:chOff x="0" y="0"/>
            <a:chExt cx="13739813" cy="69838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739814" cy="698387"/>
            </a:xfrm>
            <a:custGeom>
              <a:avLst/>
              <a:gdLst/>
              <a:ahLst/>
              <a:cxnLst/>
              <a:rect l="l" t="t" r="r" b="b"/>
              <a:pathLst>
                <a:path w="13739814" h="698387">
                  <a:moveTo>
                    <a:pt x="0" y="0"/>
                  </a:moveTo>
                  <a:lnTo>
                    <a:pt x="13739814" y="0"/>
                  </a:lnTo>
                  <a:lnTo>
                    <a:pt x="13739814" y="698387"/>
                  </a:lnTo>
                  <a:lnTo>
                    <a:pt x="0" y="6983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13739813" cy="7936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37"/>
                </a:lnSpc>
              </a:pPr>
              <a:r>
                <a:rPr lang="en-US" sz="2549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Steps: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01440" y="4103786"/>
            <a:ext cx="10304860" cy="466450"/>
            <a:chOff x="0" y="0"/>
            <a:chExt cx="13739813" cy="62193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739814" cy="621933"/>
            </a:xfrm>
            <a:custGeom>
              <a:avLst/>
              <a:gdLst/>
              <a:ahLst/>
              <a:cxnLst/>
              <a:rect l="l" t="t" r="r" b="b"/>
              <a:pathLst>
                <a:path w="13739814" h="621933">
                  <a:moveTo>
                    <a:pt x="0" y="0"/>
                  </a:moveTo>
                  <a:lnTo>
                    <a:pt x="13739814" y="0"/>
                  </a:lnTo>
                  <a:lnTo>
                    <a:pt x="13739814" y="621933"/>
                  </a:lnTo>
                  <a:lnTo>
                    <a:pt x="0" y="6219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13739813" cy="707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9327" lvl="1" indent="-169663" algn="l">
                <a:lnSpc>
                  <a:spcPts val="3696"/>
                </a:lnSpc>
                <a:buFont typeface="Arial"/>
                <a:buChar char="•"/>
              </a:pPr>
              <a:r>
                <a:rPr lang="en-US" sz="224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Choose any website (e.g., </a:t>
              </a:r>
              <a:r>
                <a:rPr lang="en-US" sz="2249" u="sng">
                  <a:solidFill>
                    <a:srgbClr val="CC3000"/>
                  </a:solidFill>
                  <a:latin typeface="Open Sans"/>
                  <a:ea typeface="Open Sans"/>
                  <a:cs typeface="Open Sans"/>
                  <a:sym typeface="Open Sans"/>
                  <a:hlinkClick r:id="rId4" tooltip="https://bbc.com"/>
                </a:rPr>
                <a:t>https://bbc.com</a:t>
              </a:r>
              <a:r>
                <a:rPr lang="en-US" sz="224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).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01440" y="4641651"/>
            <a:ext cx="10304860" cy="466450"/>
            <a:chOff x="0" y="0"/>
            <a:chExt cx="13739813" cy="6219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739814" cy="621933"/>
            </a:xfrm>
            <a:custGeom>
              <a:avLst/>
              <a:gdLst/>
              <a:ahLst/>
              <a:cxnLst/>
              <a:rect l="l" t="t" r="r" b="b"/>
              <a:pathLst>
                <a:path w="13739814" h="621933">
                  <a:moveTo>
                    <a:pt x="0" y="0"/>
                  </a:moveTo>
                  <a:lnTo>
                    <a:pt x="13739814" y="0"/>
                  </a:lnTo>
                  <a:lnTo>
                    <a:pt x="13739814" y="621933"/>
                  </a:lnTo>
                  <a:lnTo>
                    <a:pt x="0" y="6219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3739813" cy="707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9327" lvl="1" indent="-169663" algn="l">
                <a:lnSpc>
                  <a:spcPts val="3696"/>
                </a:lnSpc>
                <a:buFont typeface="Arial"/>
                <a:buChar char="•"/>
              </a:pPr>
              <a:r>
                <a:rPr lang="en-US" sz="224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Use the beautifulSoup4 &amp; requests libraries to scrape the HTML content.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1440" y="5179516"/>
            <a:ext cx="10304860" cy="466450"/>
            <a:chOff x="0" y="0"/>
            <a:chExt cx="13739813" cy="62193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739814" cy="621933"/>
            </a:xfrm>
            <a:custGeom>
              <a:avLst/>
              <a:gdLst/>
              <a:ahLst/>
              <a:cxnLst/>
              <a:rect l="l" t="t" r="r" b="b"/>
              <a:pathLst>
                <a:path w="13739814" h="621933">
                  <a:moveTo>
                    <a:pt x="0" y="0"/>
                  </a:moveTo>
                  <a:lnTo>
                    <a:pt x="13739814" y="0"/>
                  </a:lnTo>
                  <a:lnTo>
                    <a:pt x="13739814" y="621933"/>
                  </a:lnTo>
                  <a:lnTo>
                    <a:pt x="0" y="6219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13739813" cy="707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9327" lvl="1" indent="-169663" algn="l">
                <a:lnSpc>
                  <a:spcPts val="3696"/>
                </a:lnSpc>
                <a:buFont typeface="Arial"/>
                <a:buChar char="•"/>
              </a:pPr>
              <a:r>
                <a:rPr lang="en-US" sz="224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Print the HTML content of the page.</a:t>
              </a:r>
            </a:p>
          </p:txBody>
        </p:sp>
      </p:grpSp>
      <p:sp>
        <p:nvSpPr>
          <p:cNvPr id="26" name="Freeform 26" descr="preencoded.png"/>
          <p:cNvSpPr/>
          <p:nvPr/>
        </p:nvSpPr>
        <p:spPr>
          <a:xfrm>
            <a:off x="11674525" y="3491656"/>
            <a:ext cx="3637434" cy="3637434"/>
          </a:xfrm>
          <a:custGeom>
            <a:avLst/>
            <a:gdLst/>
            <a:ahLst/>
            <a:cxnLst/>
            <a:rect l="l" t="t" r="r" b="b"/>
            <a:pathLst>
              <a:path w="3637434" h="3637434">
                <a:moveTo>
                  <a:pt x="0" y="0"/>
                </a:moveTo>
                <a:lnTo>
                  <a:pt x="3637434" y="0"/>
                </a:lnTo>
                <a:lnTo>
                  <a:pt x="3637434" y="3637435"/>
                </a:lnTo>
                <a:lnTo>
                  <a:pt x="0" y="363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801440" y="6950274"/>
            <a:ext cx="2862411" cy="493319"/>
            <a:chOff x="0" y="0"/>
            <a:chExt cx="3816548" cy="65775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816548" cy="657758"/>
            </a:xfrm>
            <a:custGeom>
              <a:avLst/>
              <a:gdLst/>
              <a:ahLst/>
              <a:cxnLst/>
              <a:rect l="l" t="t" r="r" b="b"/>
              <a:pathLst>
                <a:path w="3816548" h="657758">
                  <a:moveTo>
                    <a:pt x="0" y="0"/>
                  </a:moveTo>
                  <a:lnTo>
                    <a:pt x="3816548" y="0"/>
                  </a:lnTo>
                  <a:lnTo>
                    <a:pt x="3816548" y="657758"/>
                  </a:lnTo>
                  <a:lnTo>
                    <a:pt x="0" y="6577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3816548" cy="6672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2549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ASSIGNMENT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01440" y="7651402"/>
            <a:ext cx="16685121" cy="523790"/>
            <a:chOff x="0" y="0"/>
            <a:chExt cx="22246828" cy="69838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246828" cy="698387"/>
            </a:xfrm>
            <a:custGeom>
              <a:avLst/>
              <a:gdLst/>
              <a:ahLst/>
              <a:cxnLst/>
              <a:rect l="l" t="t" r="r" b="b"/>
              <a:pathLst>
                <a:path w="22246828" h="698387">
                  <a:moveTo>
                    <a:pt x="0" y="0"/>
                  </a:moveTo>
                  <a:lnTo>
                    <a:pt x="22246828" y="0"/>
                  </a:lnTo>
                  <a:lnTo>
                    <a:pt x="22246828" y="698387"/>
                  </a:lnTo>
                  <a:lnTo>
                    <a:pt x="0" y="6983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22246828" cy="7936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37"/>
                </a:lnSpc>
              </a:pPr>
              <a:r>
                <a:rPr lang="en-US" sz="2549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Task</a:t>
              </a:r>
              <a:r>
                <a:rPr lang="en-US" sz="254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 Write a script to scrape article titles and links from a news website.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1440" y="8366820"/>
            <a:ext cx="16685121" cy="466450"/>
            <a:chOff x="0" y="0"/>
            <a:chExt cx="22246828" cy="62193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246828" cy="621933"/>
            </a:xfrm>
            <a:custGeom>
              <a:avLst/>
              <a:gdLst/>
              <a:ahLst/>
              <a:cxnLst/>
              <a:rect l="l" t="t" r="r" b="b"/>
              <a:pathLst>
                <a:path w="22246828" h="621933">
                  <a:moveTo>
                    <a:pt x="0" y="0"/>
                  </a:moveTo>
                  <a:lnTo>
                    <a:pt x="22246828" y="0"/>
                  </a:lnTo>
                  <a:lnTo>
                    <a:pt x="22246828" y="621933"/>
                  </a:lnTo>
                  <a:lnTo>
                    <a:pt x="0" y="6219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85725"/>
              <a:ext cx="22246828" cy="707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9327" lvl="1" indent="-169663" algn="l">
                <a:lnSpc>
                  <a:spcPts val="3696"/>
                </a:lnSpc>
                <a:buFont typeface="Arial"/>
                <a:buChar char="•"/>
              </a:pPr>
              <a:r>
                <a:rPr lang="en-US" sz="224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Choose a news site.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1440" y="8904685"/>
            <a:ext cx="16685121" cy="466450"/>
            <a:chOff x="0" y="0"/>
            <a:chExt cx="22246828" cy="62193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2246828" cy="621933"/>
            </a:xfrm>
            <a:custGeom>
              <a:avLst/>
              <a:gdLst/>
              <a:ahLst/>
              <a:cxnLst/>
              <a:rect l="l" t="t" r="r" b="b"/>
              <a:pathLst>
                <a:path w="22246828" h="621933">
                  <a:moveTo>
                    <a:pt x="0" y="0"/>
                  </a:moveTo>
                  <a:lnTo>
                    <a:pt x="22246828" y="0"/>
                  </a:lnTo>
                  <a:lnTo>
                    <a:pt x="22246828" y="621933"/>
                  </a:lnTo>
                  <a:lnTo>
                    <a:pt x="0" y="6219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85725"/>
              <a:ext cx="22246828" cy="707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9327" lvl="1" indent="-169663" algn="l">
                <a:lnSpc>
                  <a:spcPts val="3696"/>
                </a:lnSpc>
                <a:buFont typeface="Arial"/>
                <a:buChar char="•"/>
              </a:pPr>
              <a:r>
                <a:rPr lang="en-US" sz="224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Use requests library to fetch the page content.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1440" y="9442549"/>
            <a:ext cx="16685121" cy="466450"/>
            <a:chOff x="0" y="0"/>
            <a:chExt cx="22246828" cy="62193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2246828" cy="621933"/>
            </a:xfrm>
            <a:custGeom>
              <a:avLst/>
              <a:gdLst/>
              <a:ahLst/>
              <a:cxnLst/>
              <a:rect l="l" t="t" r="r" b="b"/>
              <a:pathLst>
                <a:path w="22246828" h="621933">
                  <a:moveTo>
                    <a:pt x="0" y="0"/>
                  </a:moveTo>
                  <a:lnTo>
                    <a:pt x="22246828" y="0"/>
                  </a:lnTo>
                  <a:lnTo>
                    <a:pt x="22246828" y="621933"/>
                  </a:lnTo>
                  <a:lnTo>
                    <a:pt x="0" y="6219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85725"/>
              <a:ext cx="22246828" cy="707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9327" lvl="1" indent="-169663" algn="l">
                <a:lnSpc>
                  <a:spcPts val="3696"/>
                </a:lnSpc>
                <a:buFont typeface="Arial"/>
                <a:buChar char="•"/>
              </a:pPr>
              <a:r>
                <a:rPr lang="en-US" sz="224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Use BeautifulSoup to extract all article titles and their corresponding links.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2237" y="766672"/>
            <a:ext cx="14605115" cy="865172"/>
            <a:chOff x="0" y="0"/>
            <a:chExt cx="19473487" cy="11535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473487" cy="1153562"/>
            </a:xfrm>
            <a:custGeom>
              <a:avLst/>
              <a:gdLst/>
              <a:ahLst/>
              <a:cxnLst/>
              <a:rect l="l" t="t" r="r" b="b"/>
              <a:pathLst>
                <a:path w="19473487" h="1153562">
                  <a:moveTo>
                    <a:pt x="0" y="0"/>
                  </a:moveTo>
                  <a:lnTo>
                    <a:pt x="19473487" y="0"/>
                  </a:lnTo>
                  <a:lnTo>
                    <a:pt x="19473487" y="1153562"/>
                  </a:lnTo>
                  <a:lnTo>
                    <a:pt x="0" y="11535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9473487" cy="11726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562"/>
                </a:lnSpc>
              </a:pPr>
              <a:r>
                <a:rPr lang="en-US" sz="4437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Data Processing with Pandas &amp; NumPy libraries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92238" y="2120652"/>
            <a:ext cx="16303526" cy="1133772"/>
            <a:chOff x="0" y="0"/>
            <a:chExt cx="21738035" cy="15116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38034" cy="1511697"/>
            </a:xfrm>
            <a:custGeom>
              <a:avLst/>
              <a:gdLst/>
              <a:ahLst/>
              <a:cxnLst/>
              <a:rect l="l" t="t" r="r" b="b"/>
              <a:pathLst>
                <a:path w="21738034" h="1511697">
                  <a:moveTo>
                    <a:pt x="0" y="0"/>
                  </a:moveTo>
                  <a:lnTo>
                    <a:pt x="21738034" y="0"/>
                  </a:lnTo>
                  <a:lnTo>
                    <a:pt x="21738034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21738035" cy="1616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Pandas</a:t>
              </a: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and </a:t>
              </a:r>
              <a:r>
                <a:rPr lang="en-US" sz="2750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NumPy</a:t>
              </a:r>
              <a:r>
                <a:rPr lang="en-US" sz="275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are two powerful libraries in Python that are frequently used in data manipulation, analysis, and scientific computing.</a:t>
              </a:r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992238" y="4459189"/>
            <a:ext cx="8151762" cy="1134070"/>
          </a:xfrm>
          <a:custGeom>
            <a:avLst/>
            <a:gdLst/>
            <a:ahLst/>
            <a:cxnLst/>
            <a:rect l="l" t="t" r="r" b="b"/>
            <a:pathLst>
              <a:path w="8151762" h="1134070">
                <a:moveTo>
                  <a:pt x="0" y="0"/>
                </a:moveTo>
                <a:lnTo>
                  <a:pt x="8151762" y="0"/>
                </a:lnTo>
                <a:lnTo>
                  <a:pt x="8151762" y="1134070"/>
                </a:lnTo>
                <a:lnTo>
                  <a:pt x="0" y="1134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" r="-3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2941588" y="6018460"/>
            <a:ext cx="4252912" cy="531614"/>
            <a:chOff x="0" y="0"/>
            <a:chExt cx="5670550" cy="7088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5670550" cy="718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25"/>
                </a:lnSpc>
              </a:pPr>
              <a:r>
                <a:rPr lang="en-US" sz="331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NumPy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75755" y="6720185"/>
            <a:ext cx="7584727" cy="1360885"/>
            <a:chOff x="0" y="0"/>
            <a:chExt cx="10112970" cy="181451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12970" cy="1814513"/>
            </a:xfrm>
            <a:custGeom>
              <a:avLst/>
              <a:gdLst/>
              <a:ahLst/>
              <a:cxnLst/>
              <a:rect l="l" t="t" r="r" b="b"/>
              <a:pathLst>
                <a:path w="10112970" h="1814513">
                  <a:moveTo>
                    <a:pt x="0" y="0"/>
                  </a:moveTo>
                  <a:lnTo>
                    <a:pt x="10112970" y="0"/>
                  </a:lnTo>
                  <a:lnTo>
                    <a:pt x="10112970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10112970" cy="19002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NumPy</a:t>
              </a:r>
              <a:r>
                <a:rPr lang="en-US" sz="21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is best used for </a:t>
              </a:r>
              <a:r>
                <a:rPr lang="en-US" sz="2187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numerical computations</a:t>
              </a:r>
              <a:r>
                <a:rPr lang="en-US" sz="21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, such as performing </a:t>
              </a:r>
              <a:r>
                <a:rPr lang="en-US" sz="2187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array operations</a:t>
              </a:r>
              <a:r>
                <a:rPr lang="en-US" sz="21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, working with large datasets, or performing </a:t>
              </a:r>
              <a:r>
                <a:rPr lang="en-US" sz="2187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linear algebra</a:t>
              </a:r>
              <a:r>
                <a:rPr lang="en-US" sz="21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</a:p>
          </p:txBody>
        </p:sp>
      </p:grpSp>
      <p:sp>
        <p:nvSpPr>
          <p:cNvPr id="18" name="Freeform 18" descr="preencoded.png"/>
          <p:cNvSpPr/>
          <p:nvPr/>
        </p:nvSpPr>
        <p:spPr>
          <a:xfrm>
            <a:off x="9144000" y="4459189"/>
            <a:ext cx="8151762" cy="1134070"/>
          </a:xfrm>
          <a:custGeom>
            <a:avLst/>
            <a:gdLst/>
            <a:ahLst/>
            <a:cxnLst/>
            <a:rect l="l" t="t" r="r" b="b"/>
            <a:pathLst>
              <a:path w="8151762" h="1134070">
                <a:moveTo>
                  <a:pt x="0" y="0"/>
                </a:moveTo>
                <a:lnTo>
                  <a:pt x="8151762" y="0"/>
                </a:lnTo>
                <a:lnTo>
                  <a:pt x="8151762" y="1134070"/>
                </a:lnTo>
                <a:lnTo>
                  <a:pt x="0" y="1134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" r="-3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1093351" y="6018460"/>
            <a:ext cx="4252912" cy="531614"/>
            <a:chOff x="0" y="0"/>
            <a:chExt cx="5670550" cy="7088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670550" cy="708818"/>
            </a:xfrm>
            <a:custGeom>
              <a:avLst/>
              <a:gdLst/>
              <a:ahLst/>
              <a:cxnLst/>
              <a:rect l="l" t="t" r="r" b="b"/>
              <a:pathLst>
                <a:path w="5670550" h="708818">
                  <a:moveTo>
                    <a:pt x="0" y="0"/>
                  </a:moveTo>
                  <a:lnTo>
                    <a:pt x="5670550" y="0"/>
                  </a:lnTo>
                  <a:lnTo>
                    <a:pt x="567055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5670550" cy="718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25"/>
                </a:lnSpc>
              </a:pPr>
              <a:r>
                <a:rPr lang="en-US" sz="331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Pandas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427518" y="6720185"/>
            <a:ext cx="7584728" cy="907256"/>
            <a:chOff x="0" y="0"/>
            <a:chExt cx="10112970" cy="120967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112970" cy="1209675"/>
            </a:xfrm>
            <a:custGeom>
              <a:avLst/>
              <a:gdLst/>
              <a:ahLst/>
              <a:cxnLst/>
              <a:rect l="l" t="t" r="r" b="b"/>
              <a:pathLst>
                <a:path w="10112970" h="1209675">
                  <a:moveTo>
                    <a:pt x="0" y="0"/>
                  </a:moveTo>
                  <a:lnTo>
                    <a:pt x="10112970" y="0"/>
                  </a:lnTo>
                  <a:lnTo>
                    <a:pt x="1011297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85725"/>
              <a:ext cx="10112970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Pandas is a high-level data manipulation tool built on top of NumPy, primarily used for structured data.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427518" y="7797552"/>
            <a:ext cx="7584728" cy="1360885"/>
            <a:chOff x="0" y="0"/>
            <a:chExt cx="10112970" cy="181451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112970" cy="1814513"/>
            </a:xfrm>
            <a:custGeom>
              <a:avLst/>
              <a:gdLst/>
              <a:ahLst/>
              <a:cxnLst/>
              <a:rect l="l" t="t" r="r" b="b"/>
              <a:pathLst>
                <a:path w="10112970" h="1814513">
                  <a:moveTo>
                    <a:pt x="0" y="0"/>
                  </a:moveTo>
                  <a:lnTo>
                    <a:pt x="10112970" y="0"/>
                  </a:lnTo>
                  <a:lnTo>
                    <a:pt x="10112970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85725"/>
              <a:ext cx="10112970" cy="19002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It provides data structures like </a:t>
              </a:r>
              <a:r>
                <a:rPr lang="en-US" sz="2187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DataFrame</a:t>
              </a:r>
              <a:r>
                <a:rPr lang="en-US" sz="21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that make it easy to work with tables of data (similar to SQL tables or Excel spreadsheets).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812750" y="639366"/>
            <a:ext cx="5805488" cy="883442"/>
            <a:chOff x="0" y="0"/>
            <a:chExt cx="7740650" cy="117792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740650" cy="1177923"/>
            </a:xfrm>
            <a:custGeom>
              <a:avLst/>
              <a:gdLst/>
              <a:ahLst/>
              <a:cxnLst/>
              <a:rect l="l" t="t" r="r" b="b"/>
              <a:pathLst>
                <a:path w="7740650" h="1177923">
                  <a:moveTo>
                    <a:pt x="0" y="0"/>
                  </a:moveTo>
                  <a:lnTo>
                    <a:pt x="7740650" y="0"/>
                  </a:lnTo>
                  <a:lnTo>
                    <a:pt x="7740650" y="1177923"/>
                  </a:lnTo>
                  <a:lnTo>
                    <a:pt x="0" y="11779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7740650" cy="119697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687"/>
                </a:lnSpc>
              </a:pPr>
              <a:r>
                <a:rPr lang="en-US" sz="45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Pandas vs. NumPy</a:t>
              </a:r>
            </a:p>
          </p:txBody>
        </p:sp>
      </p:grpSp>
      <p:sp>
        <p:nvSpPr>
          <p:cNvPr id="10" name="Freeform 10" descr="preencoded.png"/>
          <p:cNvSpPr/>
          <p:nvPr/>
        </p:nvSpPr>
        <p:spPr>
          <a:xfrm>
            <a:off x="812750" y="1713309"/>
            <a:ext cx="1161009" cy="2963019"/>
          </a:xfrm>
          <a:custGeom>
            <a:avLst/>
            <a:gdLst/>
            <a:ahLst/>
            <a:cxnLst/>
            <a:rect l="l" t="t" r="r" b="b"/>
            <a:pathLst>
              <a:path w="1161009" h="2963019">
                <a:moveTo>
                  <a:pt x="0" y="0"/>
                </a:moveTo>
                <a:lnTo>
                  <a:pt x="1161009" y="0"/>
                </a:lnTo>
                <a:lnTo>
                  <a:pt x="1161009" y="2963018"/>
                </a:lnTo>
                <a:lnTo>
                  <a:pt x="0" y="2963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7" r="-5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322016" y="1945481"/>
            <a:ext cx="2902744" cy="470611"/>
            <a:chOff x="0" y="0"/>
            <a:chExt cx="3870325" cy="6274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70325" cy="627481"/>
            </a:xfrm>
            <a:custGeom>
              <a:avLst/>
              <a:gdLst/>
              <a:ahLst/>
              <a:cxnLst/>
              <a:rect l="l" t="t" r="r" b="b"/>
              <a:pathLst>
                <a:path w="3870325" h="627481">
                  <a:moveTo>
                    <a:pt x="0" y="0"/>
                  </a:moveTo>
                  <a:lnTo>
                    <a:pt x="3870325" y="0"/>
                  </a:lnTo>
                  <a:lnTo>
                    <a:pt x="3870325" y="627481"/>
                  </a:lnTo>
                  <a:lnTo>
                    <a:pt x="0" y="6274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3870325" cy="63700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62"/>
                </a:lnSpc>
              </a:pPr>
              <a:r>
                <a:rPr lang="en-US" sz="2449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Pandas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322016" y="2447479"/>
            <a:ext cx="8295234" cy="1214383"/>
            <a:chOff x="0" y="0"/>
            <a:chExt cx="11060312" cy="161917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060312" cy="1619177"/>
            </a:xfrm>
            <a:custGeom>
              <a:avLst/>
              <a:gdLst/>
              <a:ahLst/>
              <a:cxnLst/>
              <a:rect l="l" t="t" r="r" b="b"/>
              <a:pathLst>
                <a:path w="11060312" h="1619177">
                  <a:moveTo>
                    <a:pt x="0" y="0"/>
                  </a:moveTo>
                  <a:lnTo>
                    <a:pt x="11060312" y="0"/>
                  </a:lnTo>
                  <a:lnTo>
                    <a:pt x="11060312" y="1619177"/>
                  </a:lnTo>
                  <a:lnTo>
                    <a:pt x="0" y="16191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1060312" cy="169537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92"/>
                </a:lnSpc>
              </a:pPr>
              <a:r>
                <a:rPr lang="en-US" sz="20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Use Pandas when you need to work with structured data, handle missing data, perform data manipulation, and read/write data to/from various file formats like CSV and Excel.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322016" y="3701206"/>
            <a:ext cx="8295234" cy="814333"/>
            <a:chOff x="0" y="0"/>
            <a:chExt cx="11060312" cy="108577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060312" cy="1085777"/>
            </a:xfrm>
            <a:custGeom>
              <a:avLst/>
              <a:gdLst/>
              <a:ahLst/>
              <a:cxnLst/>
              <a:rect l="l" t="t" r="r" b="b"/>
              <a:pathLst>
                <a:path w="11060312" h="1085777">
                  <a:moveTo>
                    <a:pt x="0" y="0"/>
                  </a:moveTo>
                  <a:lnTo>
                    <a:pt x="11060312" y="0"/>
                  </a:lnTo>
                  <a:lnTo>
                    <a:pt x="11060312" y="1085777"/>
                  </a:lnTo>
                  <a:lnTo>
                    <a:pt x="0" y="10857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11060312" cy="116197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92"/>
                </a:lnSpc>
              </a:pPr>
              <a:r>
                <a:rPr lang="en-US" sz="2012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Example</a:t>
              </a:r>
              <a:r>
                <a:rPr lang="en-US" sz="20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 Extract and filter logs to identify errors or performance issues over time.</a:t>
              </a:r>
            </a:p>
          </p:txBody>
        </p:sp>
      </p:grpSp>
      <p:sp>
        <p:nvSpPr>
          <p:cNvPr id="20" name="Freeform 20" descr="preencoded.png"/>
          <p:cNvSpPr/>
          <p:nvPr/>
        </p:nvSpPr>
        <p:spPr>
          <a:xfrm>
            <a:off x="812750" y="4676329"/>
            <a:ext cx="1161009" cy="2963019"/>
          </a:xfrm>
          <a:custGeom>
            <a:avLst/>
            <a:gdLst/>
            <a:ahLst/>
            <a:cxnLst/>
            <a:rect l="l" t="t" r="r" b="b"/>
            <a:pathLst>
              <a:path w="1161009" h="2963019">
                <a:moveTo>
                  <a:pt x="0" y="0"/>
                </a:moveTo>
                <a:lnTo>
                  <a:pt x="1161009" y="0"/>
                </a:lnTo>
                <a:lnTo>
                  <a:pt x="1161009" y="2963019"/>
                </a:lnTo>
                <a:lnTo>
                  <a:pt x="0" y="2963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7" r="-5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2322016" y="4908500"/>
            <a:ext cx="2902744" cy="470611"/>
            <a:chOff x="0" y="0"/>
            <a:chExt cx="3870325" cy="62748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870325" cy="627481"/>
            </a:xfrm>
            <a:custGeom>
              <a:avLst/>
              <a:gdLst/>
              <a:ahLst/>
              <a:cxnLst/>
              <a:rect l="l" t="t" r="r" b="b"/>
              <a:pathLst>
                <a:path w="3870325" h="627481">
                  <a:moveTo>
                    <a:pt x="0" y="0"/>
                  </a:moveTo>
                  <a:lnTo>
                    <a:pt x="3870325" y="0"/>
                  </a:lnTo>
                  <a:lnTo>
                    <a:pt x="3870325" y="627481"/>
                  </a:lnTo>
                  <a:lnTo>
                    <a:pt x="0" y="6274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3870325" cy="63700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62"/>
                </a:lnSpc>
              </a:pPr>
              <a:r>
                <a:rPr lang="en-US" sz="2449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NumPy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322016" y="5410497"/>
            <a:ext cx="8295234" cy="1214383"/>
            <a:chOff x="0" y="0"/>
            <a:chExt cx="11060312" cy="161917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060312" cy="1619177"/>
            </a:xfrm>
            <a:custGeom>
              <a:avLst/>
              <a:gdLst/>
              <a:ahLst/>
              <a:cxnLst/>
              <a:rect l="l" t="t" r="r" b="b"/>
              <a:pathLst>
                <a:path w="11060312" h="1619177">
                  <a:moveTo>
                    <a:pt x="0" y="0"/>
                  </a:moveTo>
                  <a:lnTo>
                    <a:pt x="11060312" y="0"/>
                  </a:lnTo>
                  <a:lnTo>
                    <a:pt x="11060312" y="1619177"/>
                  </a:lnTo>
                  <a:lnTo>
                    <a:pt x="0" y="16191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11060312" cy="169537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92"/>
                </a:lnSpc>
              </a:pPr>
              <a:r>
                <a:rPr lang="en-US" sz="20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Use NumPy when you need to perform efficient numerical computations on large arrays, conduct vectorized operations, and require fast performance for linear algebra and statistical analysis.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322016" y="6664226"/>
            <a:ext cx="8295234" cy="814333"/>
            <a:chOff x="0" y="0"/>
            <a:chExt cx="11060312" cy="108577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060312" cy="1085777"/>
            </a:xfrm>
            <a:custGeom>
              <a:avLst/>
              <a:gdLst/>
              <a:ahLst/>
              <a:cxnLst/>
              <a:rect l="l" t="t" r="r" b="b"/>
              <a:pathLst>
                <a:path w="11060312" h="1085777">
                  <a:moveTo>
                    <a:pt x="0" y="0"/>
                  </a:moveTo>
                  <a:lnTo>
                    <a:pt x="11060312" y="0"/>
                  </a:lnTo>
                  <a:lnTo>
                    <a:pt x="11060312" y="1085777"/>
                  </a:lnTo>
                  <a:lnTo>
                    <a:pt x="0" y="10857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11060312" cy="116197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92"/>
                </a:lnSpc>
              </a:pPr>
              <a:r>
                <a:rPr lang="en-US" sz="2012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Example</a:t>
              </a:r>
              <a:r>
                <a:rPr lang="en-US" sz="20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: Use NumPy to calculate statistics like average, min, and max CPU usage for trend analysis.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12750" y="7900541"/>
            <a:ext cx="9804499" cy="814333"/>
            <a:chOff x="0" y="0"/>
            <a:chExt cx="13072665" cy="108577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072666" cy="1085777"/>
            </a:xfrm>
            <a:custGeom>
              <a:avLst/>
              <a:gdLst/>
              <a:ahLst/>
              <a:cxnLst/>
              <a:rect l="l" t="t" r="r" b="b"/>
              <a:pathLst>
                <a:path w="13072666" h="1085777">
                  <a:moveTo>
                    <a:pt x="0" y="0"/>
                  </a:moveTo>
                  <a:lnTo>
                    <a:pt x="13072666" y="0"/>
                  </a:lnTo>
                  <a:lnTo>
                    <a:pt x="13072666" y="1085777"/>
                  </a:lnTo>
                  <a:lnTo>
                    <a:pt x="0" y="10857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13072665" cy="116197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92"/>
                </a:lnSpc>
              </a:pPr>
              <a:r>
                <a:rPr lang="en-US" sz="20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Pandas and NumPy are both powerful libraries for data manipulation and analysis, but they serve different purposes. 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2750" y="8904685"/>
            <a:ext cx="9804499" cy="814333"/>
            <a:chOff x="0" y="0"/>
            <a:chExt cx="13072665" cy="108577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072666" cy="1085777"/>
            </a:xfrm>
            <a:custGeom>
              <a:avLst/>
              <a:gdLst/>
              <a:ahLst/>
              <a:cxnLst/>
              <a:rect l="l" t="t" r="r" b="b"/>
              <a:pathLst>
                <a:path w="13072666" h="1085777">
                  <a:moveTo>
                    <a:pt x="0" y="0"/>
                  </a:moveTo>
                  <a:lnTo>
                    <a:pt x="13072666" y="0"/>
                  </a:lnTo>
                  <a:lnTo>
                    <a:pt x="13072666" y="1085777"/>
                  </a:lnTo>
                  <a:lnTo>
                    <a:pt x="0" y="10857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76200"/>
              <a:ext cx="13072665" cy="116197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92"/>
                </a:lnSpc>
              </a:pPr>
              <a:r>
                <a:rPr lang="en-US" sz="2012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Pandas is great for data processing, while NumPy excels at numerical calculations on arrays.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62161" y="677465"/>
            <a:ext cx="6158805" cy="1033761"/>
            <a:chOff x="0" y="0"/>
            <a:chExt cx="8211740" cy="13783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11740" cy="1378348"/>
            </a:xfrm>
            <a:custGeom>
              <a:avLst/>
              <a:gdLst/>
              <a:ahLst/>
              <a:cxnLst/>
              <a:rect l="l" t="t" r="r" b="b"/>
              <a:pathLst>
                <a:path w="8211740" h="1378348">
                  <a:moveTo>
                    <a:pt x="0" y="0"/>
                  </a:moveTo>
                  <a:lnTo>
                    <a:pt x="8211740" y="0"/>
                  </a:lnTo>
                  <a:lnTo>
                    <a:pt x="8211740" y="1378348"/>
                  </a:lnTo>
                  <a:lnTo>
                    <a:pt x="0" y="13783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8211740" cy="13973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000"/>
                </a:lnSpc>
              </a:pPr>
              <a:r>
                <a:rPr lang="en-US" sz="4812" b="1" dirty="0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Hands-on Activity!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62161" y="1939826"/>
            <a:ext cx="16563678" cy="445252"/>
            <a:chOff x="0" y="0"/>
            <a:chExt cx="22084903" cy="5936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084903" cy="593669"/>
            </a:xfrm>
            <a:custGeom>
              <a:avLst/>
              <a:gdLst/>
              <a:ahLst/>
              <a:cxnLst/>
              <a:rect l="l" t="t" r="r" b="b"/>
              <a:pathLst>
                <a:path w="22084903" h="593669">
                  <a:moveTo>
                    <a:pt x="0" y="0"/>
                  </a:moveTo>
                  <a:lnTo>
                    <a:pt x="22084903" y="0"/>
                  </a:lnTo>
                  <a:lnTo>
                    <a:pt x="22084903" y="593669"/>
                  </a:lnTo>
                  <a:lnTo>
                    <a:pt x="0" y="5936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2084903" cy="6698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8"/>
                </a:lnSpc>
              </a:pPr>
              <a:r>
                <a:rPr lang="en-US" sz="2137" dirty="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Let's analyze how Pandas library is used with a real-world DevOps task.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62161" y="2415538"/>
            <a:ext cx="16563678" cy="640755"/>
            <a:chOff x="0" y="-260671"/>
            <a:chExt cx="22084903" cy="8543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084903" cy="593669"/>
            </a:xfrm>
            <a:custGeom>
              <a:avLst/>
              <a:gdLst/>
              <a:ahLst/>
              <a:cxnLst/>
              <a:rect l="l" t="t" r="r" b="b"/>
              <a:pathLst>
                <a:path w="22084903" h="593669">
                  <a:moveTo>
                    <a:pt x="0" y="0"/>
                  </a:moveTo>
                  <a:lnTo>
                    <a:pt x="22084903" y="0"/>
                  </a:lnTo>
                  <a:lnTo>
                    <a:pt x="22084903" y="593669"/>
                  </a:lnTo>
                  <a:lnTo>
                    <a:pt x="0" y="5936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60671"/>
              <a:ext cx="22084903" cy="6698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2362" lvl="1" indent="-161181" algn="l">
                <a:lnSpc>
                  <a:spcPts val="3378"/>
                </a:lnSpc>
                <a:buFont typeface="Arial"/>
                <a:buChar char="•"/>
              </a:pPr>
              <a:r>
                <a:rPr lang="en-US" sz="2137" dirty="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The left image is a CSV file with random data, the right image demonstrates how a CSV file is processed in pandas.</a:t>
              </a:r>
            </a:p>
            <a:p>
              <a:pPr marL="322362" lvl="1" indent="-161181">
                <a:lnSpc>
                  <a:spcPts val="3378"/>
                </a:lnSpc>
                <a:buFont typeface="Arial"/>
                <a:buChar char="•"/>
              </a:pPr>
              <a:r>
                <a:rPr lang="en-US" sz="2140" b="1" dirty="0">
                  <a:solidFill>
                    <a:srgbClr val="403C4E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Open Sans"/>
                </a:rPr>
                <a:t>Task</a:t>
              </a:r>
              <a:r>
                <a:rPr lang="en-US" sz="2140" dirty="0">
                  <a:solidFill>
                    <a:srgbClr val="403C4E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Open Sans"/>
                </a:rPr>
                <a:t>: </a:t>
              </a:r>
              <a:r>
                <a:rPr lang="en-US" sz="214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Load a dataset using Pandas, clean it, and perform basic analysis.</a:t>
              </a:r>
              <a:endParaRPr lang="en-US" sz="2140" dirty="0">
                <a:solidFill>
                  <a:srgbClr val="403C4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endParaRPr>
            </a:p>
          </p:txBody>
        </p:sp>
      </p:grpSp>
      <p:sp>
        <p:nvSpPr>
          <p:cNvPr id="14" name="Freeform 14" descr="preencoded.png"/>
          <p:cNvSpPr/>
          <p:nvPr/>
        </p:nvSpPr>
        <p:spPr>
          <a:xfrm>
            <a:off x="862161" y="3559374"/>
            <a:ext cx="6934646" cy="4484638"/>
          </a:xfrm>
          <a:custGeom>
            <a:avLst/>
            <a:gdLst/>
            <a:ahLst/>
            <a:cxnLst/>
            <a:rect l="l" t="t" r="r" b="b"/>
            <a:pathLst>
              <a:path w="6934646" h="4484638">
                <a:moveTo>
                  <a:pt x="0" y="0"/>
                </a:moveTo>
                <a:lnTo>
                  <a:pt x="6934647" y="0"/>
                </a:lnTo>
                <a:lnTo>
                  <a:pt x="6934647" y="4484637"/>
                </a:lnTo>
                <a:lnTo>
                  <a:pt x="0" y="4484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1" b="-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 descr="preencoded.png"/>
          <p:cNvSpPr/>
          <p:nvPr/>
        </p:nvSpPr>
        <p:spPr>
          <a:xfrm>
            <a:off x="7950678" y="3559374"/>
            <a:ext cx="9802971" cy="6317074"/>
          </a:xfrm>
          <a:custGeom>
            <a:avLst/>
            <a:gdLst/>
            <a:ahLst/>
            <a:cxnLst/>
            <a:rect l="l" t="t" r="r" b="b"/>
            <a:pathLst>
              <a:path w="9802971" h="6317074">
                <a:moveTo>
                  <a:pt x="0" y="0"/>
                </a:moveTo>
                <a:lnTo>
                  <a:pt x="9802971" y="0"/>
                </a:lnTo>
                <a:lnTo>
                  <a:pt x="9802971" y="6317073"/>
                </a:lnTo>
                <a:lnTo>
                  <a:pt x="0" y="63170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" r="-1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98128-9444-FF99-D08D-FAF3C7A40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>
            <a:extLst>
              <a:ext uri="{FF2B5EF4-FFF2-40B4-BE49-F238E27FC236}">
                <a16:creationId xmlns:a16="http://schemas.microsoft.com/office/drawing/2014/main" id="{59F17B68-D94C-7275-9199-D453A1A8044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A9C3639-E1E0-E9E0-E21D-15B362ADA607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FB8B47F-D6EE-4E9E-6C44-B3D1A8C2835B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61EE7CE-B643-9D66-8D8B-F62302C33D91}"/>
              </a:ext>
            </a:extLst>
          </p:cNvPr>
          <p:cNvGrpSpPr/>
          <p:nvPr/>
        </p:nvGrpSpPr>
        <p:grpSpPr>
          <a:xfrm>
            <a:off x="990451" y="778520"/>
            <a:ext cx="11486242" cy="865172"/>
            <a:chOff x="0" y="0"/>
            <a:chExt cx="15314990" cy="115356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F9892CA-779D-4F99-4BA8-6192864799D2}"/>
                </a:ext>
              </a:extLst>
            </p:cNvPr>
            <p:cNvSpPr/>
            <p:nvPr/>
          </p:nvSpPr>
          <p:spPr>
            <a:xfrm>
              <a:off x="0" y="0"/>
              <a:ext cx="15314991" cy="1153562"/>
            </a:xfrm>
            <a:custGeom>
              <a:avLst/>
              <a:gdLst/>
              <a:ahLst/>
              <a:cxnLst/>
              <a:rect l="l" t="t" r="r" b="b"/>
              <a:pathLst>
                <a:path w="15314991" h="1153562">
                  <a:moveTo>
                    <a:pt x="0" y="0"/>
                  </a:moveTo>
                  <a:lnTo>
                    <a:pt x="15314991" y="0"/>
                  </a:lnTo>
                  <a:lnTo>
                    <a:pt x="15314991" y="1153562"/>
                  </a:lnTo>
                  <a:lnTo>
                    <a:pt x="0" y="11535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27BDF4F-7E1E-A9B9-4BCA-739F8D7D4D7E}"/>
                </a:ext>
              </a:extLst>
            </p:cNvPr>
            <p:cNvSpPr txBox="1"/>
            <p:nvPr/>
          </p:nvSpPr>
          <p:spPr>
            <a:xfrm>
              <a:off x="0" y="-19050"/>
              <a:ext cx="15314990" cy="117261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5562"/>
                </a:lnSpc>
              </a:pPr>
              <a:r>
                <a:rPr lang="en-US" sz="4400" b="1" dirty="0"/>
                <a:t>Introduction to Automation Tasks</a:t>
              </a:r>
              <a:endParaRPr lang="en-US" sz="8800" b="1" dirty="0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221053F-72C2-F65D-1239-F0D27A92E075}"/>
              </a:ext>
            </a:extLst>
          </p:cNvPr>
          <p:cNvGrpSpPr/>
          <p:nvPr/>
        </p:nvGrpSpPr>
        <p:grpSpPr>
          <a:xfrm>
            <a:off x="990451" y="1836906"/>
            <a:ext cx="16323723" cy="761932"/>
            <a:chOff x="0" y="-261250"/>
            <a:chExt cx="21764964" cy="101590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E8A3C2F-0642-0400-1049-55C9CE9CC6AB}"/>
                </a:ext>
              </a:extLst>
            </p:cNvPr>
            <p:cNvSpPr/>
            <p:nvPr/>
          </p:nvSpPr>
          <p:spPr>
            <a:xfrm>
              <a:off x="0" y="0"/>
              <a:ext cx="21742797" cy="754658"/>
            </a:xfrm>
            <a:custGeom>
              <a:avLst/>
              <a:gdLst/>
              <a:ahLst/>
              <a:cxnLst/>
              <a:rect l="l" t="t" r="r" b="b"/>
              <a:pathLst>
                <a:path w="21742797" h="754658">
                  <a:moveTo>
                    <a:pt x="0" y="0"/>
                  </a:moveTo>
                  <a:lnTo>
                    <a:pt x="21742797" y="0"/>
                  </a:lnTo>
                  <a:lnTo>
                    <a:pt x="21742797" y="754658"/>
                  </a:lnTo>
                  <a:lnTo>
                    <a:pt x="0" y="75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3BB1A8B-7906-932E-D327-D77318388781}"/>
                </a:ext>
              </a:extLst>
            </p:cNvPr>
            <p:cNvSpPr txBox="1"/>
            <p:nvPr/>
          </p:nvSpPr>
          <p:spPr>
            <a:xfrm>
              <a:off x="22167" y="-261250"/>
              <a:ext cx="21742797" cy="84038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3792"/>
                </a:lnSpc>
              </a:pPr>
              <a:r>
                <a:rPr lang="en-US" sz="2400" dirty="0"/>
                <a:t>Automation in DevOps means using scripts and tools to </a:t>
              </a:r>
              <a:r>
                <a:rPr lang="en-US" sz="2400" b="1" dirty="0"/>
                <a:t>reduce manual work</a:t>
              </a:r>
              <a:r>
                <a:rPr lang="en-US" sz="2400" dirty="0"/>
                <a:t>, </a:t>
              </a:r>
              <a:r>
                <a:rPr lang="en-US" sz="2400" b="1" dirty="0"/>
                <a:t>increase speed</a:t>
              </a:r>
              <a:r>
                <a:rPr lang="en-US" sz="2400" dirty="0"/>
                <a:t>, and </a:t>
              </a:r>
              <a:r>
                <a:rPr lang="en-US" sz="2400" b="1" dirty="0"/>
                <a:t>avoid human errors</a:t>
              </a:r>
              <a:r>
                <a:rPr lang="en-US" sz="2400" dirty="0"/>
                <a:t>.</a:t>
              </a:r>
              <a:br>
                <a:rPr lang="en-US" sz="2400" dirty="0"/>
              </a:br>
              <a:endParaRPr lang="en-US" sz="2350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1FD766F-70DC-03CC-1737-E84ADC94D48D}"/>
              </a:ext>
            </a:extLst>
          </p:cNvPr>
          <p:cNvGrpSpPr/>
          <p:nvPr/>
        </p:nvGrpSpPr>
        <p:grpSpPr>
          <a:xfrm>
            <a:off x="1028700" y="2985715"/>
            <a:ext cx="16307098" cy="565994"/>
            <a:chOff x="0" y="0"/>
            <a:chExt cx="21742797" cy="75465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122EF64-BCD1-F0C8-D665-87CBA83D56FC}"/>
                </a:ext>
              </a:extLst>
            </p:cNvPr>
            <p:cNvSpPr/>
            <p:nvPr/>
          </p:nvSpPr>
          <p:spPr>
            <a:xfrm>
              <a:off x="0" y="0"/>
              <a:ext cx="21742797" cy="754658"/>
            </a:xfrm>
            <a:custGeom>
              <a:avLst/>
              <a:gdLst/>
              <a:ahLst/>
              <a:cxnLst/>
              <a:rect l="l" t="t" r="r" b="b"/>
              <a:pathLst>
                <a:path w="21742797" h="754658">
                  <a:moveTo>
                    <a:pt x="0" y="0"/>
                  </a:moveTo>
                  <a:lnTo>
                    <a:pt x="21742797" y="0"/>
                  </a:lnTo>
                  <a:lnTo>
                    <a:pt x="21742797" y="754658"/>
                  </a:lnTo>
                  <a:lnTo>
                    <a:pt x="0" y="75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B6DCF2B-0730-C12D-74B9-D5BD04A40A6A}"/>
                </a:ext>
              </a:extLst>
            </p:cNvPr>
            <p:cNvSpPr txBox="1"/>
            <p:nvPr/>
          </p:nvSpPr>
          <p:spPr>
            <a:xfrm>
              <a:off x="0" y="-85725"/>
              <a:ext cx="21742797" cy="84038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792"/>
                </a:lnSpc>
              </a:pPr>
              <a:endParaRPr lang="en-US" sz="2350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CDC49F0D-8ECE-F50F-D2B1-F6D688A056BF}"/>
              </a:ext>
            </a:extLst>
          </p:cNvPr>
          <p:cNvGrpSpPr/>
          <p:nvPr/>
        </p:nvGrpSpPr>
        <p:grpSpPr>
          <a:xfrm>
            <a:off x="990451" y="4216674"/>
            <a:ext cx="16307098" cy="1131986"/>
            <a:chOff x="0" y="0"/>
            <a:chExt cx="21742797" cy="1509315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1BF6973-23D8-6204-4A5C-F409B57A6315}"/>
                </a:ext>
              </a:extLst>
            </p:cNvPr>
            <p:cNvSpPr/>
            <p:nvPr/>
          </p:nvSpPr>
          <p:spPr>
            <a:xfrm>
              <a:off x="0" y="0"/>
              <a:ext cx="21742797" cy="1509315"/>
            </a:xfrm>
            <a:custGeom>
              <a:avLst/>
              <a:gdLst/>
              <a:ahLst/>
              <a:cxnLst/>
              <a:rect l="l" t="t" r="r" b="b"/>
              <a:pathLst>
                <a:path w="21742797" h="1509315">
                  <a:moveTo>
                    <a:pt x="0" y="0"/>
                  </a:moveTo>
                  <a:lnTo>
                    <a:pt x="21742797" y="0"/>
                  </a:lnTo>
                  <a:lnTo>
                    <a:pt x="21742797" y="1509315"/>
                  </a:lnTo>
                  <a:lnTo>
                    <a:pt x="0" y="15093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3B18A2AF-5BE4-17B8-9849-098D568B5778}"/>
                </a:ext>
              </a:extLst>
            </p:cNvPr>
            <p:cNvSpPr txBox="1"/>
            <p:nvPr/>
          </p:nvSpPr>
          <p:spPr>
            <a:xfrm>
              <a:off x="0" y="-95250"/>
              <a:ext cx="21742797" cy="16045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4984" lvl="1" indent="-172492" algn="l">
                <a:lnSpc>
                  <a:spcPts val="3725"/>
                </a:lnSpc>
                <a:buFont typeface="Arial"/>
                <a:buChar char="•"/>
              </a:pPr>
              <a:endParaRPr lang="en-US" sz="2287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05EF2713-D0A9-6B92-B9B1-7EA74D358225}"/>
              </a:ext>
            </a:extLst>
          </p:cNvPr>
          <p:cNvGrpSpPr/>
          <p:nvPr/>
        </p:nvGrpSpPr>
        <p:grpSpPr>
          <a:xfrm>
            <a:off x="990451" y="5051524"/>
            <a:ext cx="16307098" cy="1131986"/>
            <a:chOff x="0" y="0"/>
            <a:chExt cx="21742797" cy="1509315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5C176E7-67AB-5DD5-C883-DD1D371E867F}"/>
                </a:ext>
              </a:extLst>
            </p:cNvPr>
            <p:cNvSpPr/>
            <p:nvPr/>
          </p:nvSpPr>
          <p:spPr>
            <a:xfrm>
              <a:off x="0" y="0"/>
              <a:ext cx="21742797" cy="1509315"/>
            </a:xfrm>
            <a:custGeom>
              <a:avLst/>
              <a:gdLst/>
              <a:ahLst/>
              <a:cxnLst/>
              <a:rect l="l" t="t" r="r" b="b"/>
              <a:pathLst>
                <a:path w="21742797" h="1509315">
                  <a:moveTo>
                    <a:pt x="0" y="0"/>
                  </a:moveTo>
                  <a:lnTo>
                    <a:pt x="21742797" y="0"/>
                  </a:lnTo>
                  <a:lnTo>
                    <a:pt x="21742797" y="1509315"/>
                  </a:lnTo>
                  <a:lnTo>
                    <a:pt x="0" y="15093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9366791-E58D-4BCD-9E48-869D49533B2E}"/>
                </a:ext>
              </a:extLst>
            </p:cNvPr>
            <p:cNvSpPr txBox="1"/>
            <p:nvPr/>
          </p:nvSpPr>
          <p:spPr>
            <a:xfrm>
              <a:off x="0" y="-95250"/>
              <a:ext cx="21742797" cy="16045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172492" lvl="1" algn="l">
                <a:lnSpc>
                  <a:spcPts val="3725"/>
                </a:lnSpc>
              </a:pPr>
              <a:endParaRPr lang="en-US" sz="2287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D680EC4A-E0CE-9B40-222D-C58B5803DBE3}"/>
              </a:ext>
            </a:extLst>
          </p:cNvPr>
          <p:cNvGrpSpPr/>
          <p:nvPr/>
        </p:nvGrpSpPr>
        <p:grpSpPr>
          <a:xfrm>
            <a:off x="990451" y="5910635"/>
            <a:ext cx="16307098" cy="565994"/>
            <a:chOff x="0" y="0"/>
            <a:chExt cx="21742797" cy="754658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1F997140-FE0E-6CA5-905A-73E9701ED8C2}"/>
                </a:ext>
              </a:extLst>
            </p:cNvPr>
            <p:cNvSpPr/>
            <p:nvPr/>
          </p:nvSpPr>
          <p:spPr>
            <a:xfrm>
              <a:off x="0" y="0"/>
              <a:ext cx="21742797" cy="754658"/>
            </a:xfrm>
            <a:custGeom>
              <a:avLst/>
              <a:gdLst/>
              <a:ahLst/>
              <a:cxnLst/>
              <a:rect l="l" t="t" r="r" b="b"/>
              <a:pathLst>
                <a:path w="21742797" h="754658">
                  <a:moveTo>
                    <a:pt x="0" y="0"/>
                  </a:moveTo>
                  <a:lnTo>
                    <a:pt x="21742797" y="0"/>
                  </a:lnTo>
                  <a:lnTo>
                    <a:pt x="21742797" y="754658"/>
                  </a:lnTo>
                  <a:lnTo>
                    <a:pt x="0" y="75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47350F76-A514-971F-9FE2-0B1C9FC0AA6D}"/>
                </a:ext>
              </a:extLst>
            </p:cNvPr>
            <p:cNvSpPr txBox="1"/>
            <p:nvPr/>
          </p:nvSpPr>
          <p:spPr>
            <a:xfrm>
              <a:off x="0" y="-95250"/>
              <a:ext cx="21742797" cy="8499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172492" lvl="1" algn="l">
                <a:lnSpc>
                  <a:spcPts val="3725"/>
                </a:lnSpc>
              </a:pPr>
              <a:endParaRPr lang="en-US" sz="2287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B334CDCD-A30E-9B2B-8E58-39F1E7A69823}"/>
              </a:ext>
            </a:extLst>
          </p:cNvPr>
          <p:cNvGrpSpPr/>
          <p:nvPr/>
        </p:nvGrpSpPr>
        <p:grpSpPr>
          <a:xfrm>
            <a:off x="990451" y="6761523"/>
            <a:ext cx="16307098" cy="565994"/>
            <a:chOff x="0" y="0"/>
            <a:chExt cx="21742797" cy="754658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FC9FEF88-7CB4-D902-2889-BB1FDFBCF57A}"/>
                </a:ext>
              </a:extLst>
            </p:cNvPr>
            <p:cNvSpPr/>
            <p:nvPr/>
          </p:nvSpPr>
          <p:spPr>
            <a:xfrm>
              <a:off x="0" y="0"/>
              <a:ext cx="21742797" cy="754658"/>
            </a:xfrm>
            <a:custGeom>
              <a:avLst/>
              <a:gdLst/>
              <a:ahLst/>
              <a:cxnLst/>
              <a:rect l="l" t="t" r="r" b="b"/>
              <a:pathLst>
                <a:path w="21742797" h="754658">
                  <a:moveTo>
                    <a:pt x="0" y="0"/>
                  </a:moveTo>
                  <a:lnTo>
                    <a:pt x="21742797" y="0"/>
                  </a:lnTo>
                  <a:lnTo>
                    <a:pt x="21742797" y="754658"/>
                  </a:lnTo>
                  <a:lnTo>
                    <a:pt x="0" y="75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81B9C288-833D-B988-C2A7-903DA0F0C992}"/>
                </a:ext>
              </a:extLst>
            </p:cNvPr>
            <p:cNvSpPr txBox="1"/>
            <p:nvPr/>
          </p:nvSpPr>
          <p:spPr>
            <a:xfrm>
              <a:off x="0" y="-95250"/>
              <a:ext cx="21742797" cy="8499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172492" lvl="1" algn="l">
                <a:lnSpc>
                  <a:spcPts val="3725"/>
                </a:lnSpc>
              </a:pPr>
              <a:endParaRPr lang="en-US" sz="2287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A48A4167-22E1-FAA6-CFF2-22A0CB9B0A85}"/>
              </a:ext>
            </a:extLst>
          </p:cNvPr>
          <p:cNvGrpSpPr/>
          <p:nvPr/>
        </p:nvGrpSpPr>
        <p:grpSpPr>
          <a:xfrm>
            <a:off x="990451" y="7612410"/>
            <a:ext cx="16307098" cy="565994"/>
            <a:chOff x="0" y="0"/>
            <a:chExt cx="21742797" cy="754658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B7972C2E-EC69-9B78-73F0-5D2230C2673C}"/>
                </a:ext>
              </a:extLst>
            </p:cNvPr>
            <p:cNvSpPr/>
            <p:nvPr/>
          </p:nvSpPr>
          <p:spPr>
            <a:xfrm>
              <a:off x="0" y="0"/>
              <a:ext cx="21742797" cy="754658"/>
            </a:xfrm>
            <a:custGeom>
              <a:avLst/>
              <a:gdLst/>
              <a:ahLst/>
              <a:cxnLst/>
              <a:rect l="l" t="t" r="r" b="b"/>
              <a:pathLst>
                <a:path w="21742797" h="754658">
                  <a:moveTo>
                    <a:pt x="0" y="0"/>
                  </a:moveTo>
                  <a:lnTo>
                    <a:pt x="21742797" y="0"/>
                  </a:lnTo>
                  <a:lnTo>
                    <a:pt x="21742797" y="754658"/>
                  </a:lnTo>
                  <a:lnTo>
                    <a:pt x="0" y="75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DC614D2E-C6A6-EE09-C45B-858540B01028}"/>
                </a:ext>
              </a:extLst>
            </p:cNvPr>
            <p:cNvSpPr txBox="1"/>
            <p:nvPr/>
          </p:nvSpPr>
          <p:spPr>
            <a:xfrm>
              <a:off x="0" y="-95250"/>
              <a:ext cx="21742797" cy="8499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172492" lvl="1" algn="l">
                <a:lnSpc>
                  <a:spcPts val="3725"/>
                </a:lnSpc>
              </a:pPr>
              <a:endParaRPr lang="en-US" sz="2287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0B839C2A-2DAC-0C53-A184-28BA6BB350C2}"/>
              </a:ext>
            </a:extLst>
          </p:cNvPr>
          <p:cNvGrpSpPr/>
          <p:nvPr/>
        </p:nvGrpSpPr>
        <p:grpSpPr>
          <a:xfrm>
            <a:off x="990451" y="8435355"/>
            <a:ext cx="16307098" cy="565994"/>
            <a:chOff x="0" y="0"/>
            <a:chExt cx="21742797" cy="754658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2806C0EF-8913-B4EE-03A3-5EF189E0CB08}"/>
                </a:ext>
              </a:extLst>
            </p:cNvPr>
            <p:cNvSpPr/>
            <p:nvPr/>
          </p:nvSpPr>
          <p:spPr>
            <a:xfrm>
              <a:off x="0" y="0"/>
              <a:ext cx="21742797" cy="754658"/>
            </a:xfrm>
            <a:custGeom>
              <a:avLst/>
              <a:gdLst/>
              <a:ahLst/>
              <a:cxnLst/>
              <a:rect l="l" t="t" r="r" b="b"/>
              <a:pathLst>
                <a:path w="21742797" h="754658">
                  <a:moveTo>
                    <a:pt x="0" y="0"/>
                  </a:moveTo>
                  <a:lnTo>
                    <a:pt x="21742797" y="0"/>
                  </a:lnTo>
                  <a:lnTo>
                    <a:pt x="21742797" y="754658"/>
                  </a:lnTo>
                  <a:lnTo>
                    <a:pt x="0" y="75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43030FB7-7AD7-E8BE-1620-CA2BB9D57CC9}"/>
                </a:ext>
              </a:extLst>
            </p:cNvPr>
            <p:cNvSpPr txBox="1"/>
            <p:nvPr/>
          </p:nvSpPr>
          <p:spPr>
            <a:xfrm>
              <a:off x="0" y="-95250"/>
              <a:ext cx="21742797" cy="8499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172492" lvl="1" algn="l">
                <a:lnSpc>
                  <a:spcPts val="3725"/>
                </a:lnSpc>
              </a:pPr>
              <a:endParaRPr lang="en-US" sz="2287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DB48F030-93C5-3003-50AB-45D8904CBBB2}"/>
              </a:ext>
            </a:extLst>
          </p:cNvPr>
          <p:cNvGrpSpPr/>
          <p:nvPr/>
        </p:nvGrpSpPr>
        <p:grpSpPr>
          <a:xfrm>
            <a:off x="990451" y="9258300"/>
            <a:ext cx="16307098" cy="565994"/>
            <a:chOff x="0" y="0"/>
            <a:chExt cx="21742797" cy="754658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0AC92563-3CBB-9F81-EA47-CFE099B52523}"/>
                </a:ext>
              </a:extLst>
            </p:cNvPr>
            <p:cNvSpPr/>
            <p:nvPr/>
          </p:nvSpPr>
          <p:spPr>
            <a:xfrm>
              <a:off x="0" y="0"/>
              <a:ext cx="21742797" cy="754658"/>
            </a:xfrm>
            <a:custGeom>
              <a:avLst/>
              <a:gdLst/>
              <a:ahLst/>
              <a:cxnLst/>
              <a:rect l="l" t="t" r="r" b="b"/>
              <a:pathLst>
                <a:path w="21742797" h="754658">
                  <a:moveTo>
                    <a:pt x="0" y="0"/>
                  </a:moveTo>
                  <a:lnTo>
                    <a:pt x="21742797" y="0"/>
                  </a:lnTo>
                  <a:lnTo>
                    <a:pt x="21742797" y="754658"/>
                  </a:lnTo>
                  <a:lnTo>
                    <a:pt x="0" y="75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1E4D2273-FCE1-80A0-A780-3CBCE6EBF073}"/>
                </a:ext>
              </a:extLst>
            </p:cNvPr>
            <p:cNvSpPr txBox="1"/>
            <p:nvPr/>
          </p:nvSpPr>
          <p:spPr>
            <a:xfrm>
              <a:off x="0" y="-95250"/>
              <a:ext cx="21742797" cy="8499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172492" lvl="1" algn="l">
                <a:lnSpc>
                  <a:spcPts val="3725"/>
                </a:lnSpc>
              </a:pPr>
              <a:endParaRPr lang="en-US" sz="2287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93856A7-F567-E510-9398-CF5BA81E321E}"/>
              </a:ext>
            </a:extLst>
          </p:cNvPr>
          <p:cNvSpPr txBox="1"/>
          <p:nvPr/>
        </p:nvSpPr>
        <p:spPr>
          <a:xfrm>
            <a:off x="952202" y="2566476"/>
            <a:ext cx="1276379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Anything that is </a:t>
            </a:r>
            <a:r>
              <a:rPr lang="en-US" sz="2400" b="1" dirty="0"/>
              <a:t>repetitive</a:t>
            </a:r>
            <a:r>
              <a:rPr lang="en-US" sz="2400" dirty="0"/>
              <a:t>, </a:t>
            </a:r>
            <a:r>
              <a:rPr lang="en-US" sz="2400" b="1" dirty="0"/>
              <a:t>time-consuming</a:t>
            </a:r>
            <a:r>
              <a:rPr lang="en-US" sz="2400" dirty="0"/>
              <a:t>, or </a:t>
            </a:r>
            <a:r>
              <a:rPr lang="en-US" sz="2400" b="1" dirty="0"/>
              <a:t>data-driven</a:t>
            </a:r>
            <a:r>
              <a:rPr lang="en-US" sz="2400" dirty="0"/>
              <a:t> should be automated</a:t>
            </a:r>
            <a:r>
              <a:rPr lang="en-US" sz="2400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endParaRPr lang="en-US" sz="2400" dirty="0">
              <a:solidFill>
                <a:srgbClr val="403C4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r>
              <a:rPr lang="en-US" sz="2800" b="1" dirty="0"/>
              <a:t>Why Automation?</a:t>
            </a:r>
            <a:r>
              <a:rPr lang="en-US" sz="2800" b="1" dirty="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lang="en-US" sz="2800" b="1" dirty="0"/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EB15AE69-65BD-49AE-2B1E-7D45591F1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91337"/>
              </p:ext>
            </p:extLst>
          </p:nvPr>
        </p:nvGraphicFramePr>
        <p:xfrm>
          <a:off x="990451" y="4000550"/>
          <a:ext cx="10820550" cy="2704905"/>
        </p:xfrm>
        <a:graphic>
          <a:graphicData uri="http://schemas.openxmlformats.org/drawingml/2006/table">
            <a:tbl>
              <a:tblPr/>
              <a:tblGrid>
                <a:gridCol w="5410275">
                  <a:extLst>
                    <a:ext uri="{9D8B030D-6E8A-4147-A177-3AD203B41FA5}">
                      <a16:colId xmlns:a16="http://schemas.microsoft.com/office/drawing/2014/main" val="854673585"/>
                    </a:ext>
                  </a:extLst>
                </a:gridCol>
                <a:gridCol w="5410275">
                  <a:extLst>
                    <a:ext uri="{9D8B030D-6E8A-4147-A177-3AD203B41FA5}">
                      <a16:colId xmlns:a16="http://schemas.microsoft.com/office/drawing/2014/main" val="4194698405"/>
                    </a:ext>
                  </a:extLst>
                </a:gridCol>
              </a:tblGrid>
              <a:tr h="54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u="sng" dirty="0"/>
                        <a:t>Manual 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u="sng" dirty="0"/>
                        <a:t>Automated 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420251"/>
                  </a:ext>
                </a:extLst>
              </a:tr>
              <a:tr h="54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Takes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Runs in seconds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401624"/>
                  </a:ext>
                </a:extLst>
              </a:tr>
              <a:tr h="54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Prone to mistakes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Consistent 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874574"/>
                  </a:ext>
                </a:extLst>
              </a:tr>
              <a:tr h="54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Needs humans always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Can run 24×7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376767"/>
                  </a:ext>
                </a:extLst>
              </a:tr>
              <a:tr h="54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Hard to 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Scales easily for large workloads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493182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DE4B618C-31AF-8ADE-8FB3-FADAE356EE21}"/>
              </a:ext>
            </a:extLst>
          </p:cNvPr>
          <p:cNvSpPr txBox="1"/>
          <p:nvPr/>
        </p:nvSpPr>
        <p:spPr>
          <a:xfrm>
            <a:off x="949431" y="7321282"/>
            <a:ext cx="15636389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lnSpc>
                <a:spcPct val="150000"/>
              </a:lnSpc>
              <a:spcBef>
                <a:spcPts val="1200"/>
              </a:spcBef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Real-World Automation Scenarios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742950" lvl="1" indent="-28575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Web Scraping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: Automatically collecting data from websites for analysis.</a:t>
            </a:r>
          </a:p>
          <a:p>
            <a:pPr marL="742950" lvl="1" indent="-28575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Data Extraction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: Extracting specific data from reports, logs, or web pages.</a:t>
            </a:r>
          </a:p>
          <a:p>
            <a:pPr marL="742950" lvl="1" indent="-285750" rtl="0" fontAlgn="base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Repetitive Tasks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: Automating tasks such as form submissions, uploading files, etc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2288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2237" y="913851"/>
            <a:ext cx="13290984" cy="1081738"/>
            <a:chOff x="0" y="0"/>
            <a:chExt cx="17721311" cy="14423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21312" cy="1442318"/>
            </a:xfrm>
            <a:custGeom>
              <a:avLst/>
              <a:gdLst/>
              <a:ahLst/>
              <a:cxnLst/>
              <a:rect l="l" t="t" r="r" b="b"/>
              <a:pathLst>
                <a:path w="17721312" h="1442318">
                  <a:moveTo>
                    <a:pt x="0" y="0"/>
                  </a:moveTo>
                  <a:lnTo>
                    <a:pt x="17721312" y="0"/>
                  </a:lnTo>
                  <a:lnTo>
                    <a:pt x="17721312" y="1442318"/>
                  </a:lnTo>
                  <a:lnTo>
                    <a:pt x="0" y="1442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7721311" cy="14708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Automating Data Scraping to CSV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92237" y="2464742"/>
            <a:ext cx="16303526" cy="566886"/>
            <a:chOff x="0" y="0"/>
            <a:chExt cx="21738035" cy="7558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1738035" cy="8510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Define the file path where the CSV will be saved.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2237" y="3130749"/>
            <a:ext cx="16303526" cy="566886"/>
            <a:chOff x="0" y="0"/>
            <a:chExt cx="21738035" cy="7558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21738035" cy="8510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 dirty="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Send an HTTP GET request to https://</a:t>
              </a:r>
              <a:r>
                <a:rPr lang="en-US" sz="2387" dirty="0" err="1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cnn.com</a:t>
              </a:r>
              <a:r>
                <a:rPr lang="en-US" sz="2387" dirty="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and gets the HTML content.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2237" y="3796754"/>
            <a:ext cx="16303526" cy="566886"/>
            <a:chOff x="0" y="0"/>
            <a:chExt cx="21738035" cy="7558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21738035" cy="8510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Write a logic that opens a CSV file and writes the header (Title and Link).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2237" y="4462760"/>
            <a:ext cx="16303526" cy="566886"/>
            <a:chOff x="0" y="0"/>
            <a:chExt cx="21738035" cy="7558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21738035" cy="8510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 dirty="0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Get the data printed in a specified path.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92238" y="7698135"/>
            <a:ext cx="16303526" cy="38100"/>
            <a:chOff x="0" y="0"/>
            <a:chExt cx="21738035" cy="50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738082" cy="50800"/>
            </a:xfrm>
            <a:custGeom>
              <a:avLst/>
              <a:gdLst/>
              <a:ahLst/>
              <a:cxnLst/>
              <a:rect l="l" t="t" r="r" b="b"/>
              <a:pathLst>
                <a:path w="21738082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12682" y="0"/>
                  </a:lnTo>
                  <a:cubicBezTo>
                    <a:pt x="21726652" y="0"/>
                    <a:pt x="21738082" y="11430"/>
                    <a:pt x="21738082" y="25400"/>
                  </a:cubicBezTo>
                  <a:cubicBezTo>
                    <a:pt x="21738082" y="39370"/>
                    <a:pt x="21726652" y="50800"/>
                    <a:pt x="21712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78152" y="6847582"/>
            <a:ext cx="38100" cy="850552"/>
            <a:chOff x="0" y="0"/>
            <a:chExt cx="50800" cy="113407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673501" y="7374434"/>
            <a:ext cx="647403" cy="647402"/>
            <a:chOff x="0" y="0"/>
            <a:chExt cx="863203" cy="863203"/>
          </a:xfrm>
        </p:grpSpPr>
        <p:sp>
          <p:nvSpPr>
            <p:cNvPr id="25" name="Freeform 25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784601" y="7432327"/>
            <a:ext cx="425202" cy="531614"/>
            <a:chOff x="0" y="0"/>
            <a:chExt cx="566937" cy="70881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66675"/>
              <a:ext cx="566937" cy="6421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1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225105" y="6121152"/>
            <a:ext cx="3544044" cy="442912"/>
            <a:chOff x="0" y="0"/>
            <a:chExt cx="4725392" cy="5905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37"/>
                </a:lnSpc>
              </a:pPr>
              <a:r>
                <a:rPr lang="en-US" sz="2750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Fetch Data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124801" y="7698135"/>
            <a:ext cx="38100" cy="850552"/>
            <a:chOff x="0" y="0"/>
            <a:chExt cx="50800" cy="113407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820150" y="7374434"/>
            <a:ext cx="647402" cy="647402"/>
            <a:chOff x="0" y="0"/>
            <a:chExt cx="863203" cy="863203"/>
          </a:xfrm>
        </p:grpSpPr>
        <p:sp>
          <p:nvSpPr>
            <p:cNvPr id="36" name="Freeform 36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931250" y="7432327"/>
            <a:ext cx="425203" cy="531614"/>
            <a:chOff x="0" y="0"/>
            <a:chExt cx="566937" cy="70881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66675"/>
              <a:ext cx="566937" cy="6421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2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371904" y="8832205"/>
            <a:ext cx="3544044" cy="442912"/>
            <a:chOff x="0" y="0"/>
            <a:chExt cx="4725392" cy="59055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37"/>
                </a:lnSpc>
              </a:pPr>
              <a:r>
                <a:rPr lang="en-US" sz="2750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Extract Data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271599" y="6847582"/>
            <a:ext cx="38100" cy="850552"/>
            <a:chOff x="0" y="0"/>
            <a:chExt cx="50800" cy="113407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966948" y="7374434"/>
            <a:ext cx="647402" cy="647402"/>
            <a:chOff x="0" y="0"/>
            <a:chExt cx="863203" cy="863203"/>
          </a:xfrm>
        </p:grpSpPr>
        <p:sp>
          <p:nvSpPr>
            <p:cNvPr id="47" name="Freeform 47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FD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E5BEB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078049" y="7432327"/>
            <a:ext cx="425203" cy="531614"/>
            <a:chOff x="0" y="0"/>
            <a:chExt cx="566937" cy="70881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66675"/>
              <a:ext cx="566937" cy="6421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331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3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518701" y="6121152"/>
            <a:ext cx="3544044" cy="442912"/>
            <a:chOff x="0" y="0"/>
            <a:chExt cx="4725392" cy="59055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4725392" cy="600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37"/>
                </a:lnSpc>
              </a:pPr>
              <a:r>
                <a:rPr lang="en-US" sz="2750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Save to CSV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02791" y="1225600"/>
            <a:ext cx="6449318" cy="806054"/>
            <a:chOff x="0" y="0"/>
            <a:chExt cx="8599090" cy="10747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99090" cy="1074738"/>
            </a:xfrm>
            <a:custGeom>
              <a:avLst/>
              <a:gdLst/>
              <a:ahLst/>
              <a:cxnLst/>
              <a:rect l="l" t="t" r="r" b="b"/>
              <a:pathLst>
                <a:path w="8599090" h="1074738">
                  <a:moveTo>
                    <a:pt x="0" y="0"/>
                  </a:moveTo>
                  <a:lnTo>
                    <a:pt x="8599090" y="0"/>
                  </a:lnTo>
                  <a:lnTo>
                    <a:pt x="8599090" y="1074738"/>
                  </a:lnTo>
                  <a:lnTo>
                    <a:pt x="0" y="10747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8599090" cy="11033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312"/>
                </a:lnSpc>
              </a:pPr>
              <a:r>
                <a:rPr lang="en-US" sz="506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Key Takeaways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2791" y="2418606"/>
            <a:ext cx="16482418" cy="1031974"/>
            <a:chOff x="0" y="0"/>
            <a:chExt cx="21976557" cy="13759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76556" cy="1375965"/>
            </a:xfrm>
            <a:custGeom>
              <a:avLst/>
              <a:gdLst/>
              <a:ahLst/>
              <a:cxnLst/>
              <a:rect l="l" t="t" r="r" b="b"/>
              <a:pathLst>
                <a:path w="21976556" h="1375965">
                  <a:moveTo>
                    <a:pt x="0" y="0"/>
                  </a:moveTo>
                  <a:lnTo>
                    <a:pt x="21976556" y="0"/>
                  </a:lnTo>
                  <a:lnTo>
                    <a:pt x="21976556" y="1375965"/>
                  </a:lnTo>
                  <a:lnTo>
                    <a:pt x="0" y="13759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21976557" cy="1461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1949" lvl="1" indent="-180974" algn="l">
                <a:lnSpc>
                  <a:spcPts val="3899"/>
                </a:lnSpc>
                <a:buFont typeface="Arial"/>
                <a:buChar char="•"/>
              </a:pPr>
              <a:r>
                <a:rPr lang="en-US" sz="2399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Web automation</a:t>
              </a:r>
              <a:r>
                <a:rPr lang="en-US" sz="23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refers to using tools and scripts to automatically perform tasks on a website, such as form submissions, clicking buttons, or navigating pages, often using tools like Selenium or Puppeteer.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02791" y="3540770"/>
            <a:ext cx="16482418" cy="1031974"/>
            <a:chOff x="0" y="0"/>
            <a:chExt cx="21976557" cy="13759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976556" cy="1375965"/>
            </a:xfrm>
            <a:custGeom>
              <a:avLst/>
              <a:gdLst/>
              <a:ahLst/>
              <a:cxnLst/>
              <a:rect l="l" t="t" r="r" b="b"/>
              <a:pathLst>
                <a:path w="21976556" h="1375965">
                  <a:moveTo>
                    <a:pt x="0" y="0"/>
                  </a:moveTo>
                  <a:lnTo>
                    <a:pt x="21976556" y="0"/>
                  </a:lnTo>
                  <a:lnTo>
                    <a:pt x="21976556" y="1375965"/>
                  </a:lnTo>
                  <a:lnTo>
                    <a:pt x="0" y="13759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21976557" cy="1461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1949" lvl="1" indent="-180974" algn="l">
                <a:lnSpc>
                  <a:spcPts val="3899"/>
                </a:lnSpc>
                <a:buFont typeface="Arial"/>
                <a:buChar char="•"/>
              </a:pPr>
              <a:r>
                <a:rPr lang="en-US" sz="2399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HTTP request</a:t>
              </a:r>
              <a:r>
                <a:rPr lang="en-US" sz="23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is a message sent by a client to a server to request data or perform an action, specifying the method, headers, and optional body.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02791" y="4662934"/>
            <a:ext cx="16482418" cy="1031974"/>
            <a:chOff x="0" y="0"/>
            <a:chExt cx="21976557" cy="137596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76556" cy="1375965"/>
            </a:xfrm>
            <a:custGeom>
              <a:avLst/>
              <a:gdLst/>
              <a:ahLst/>
              <a:cxnLst/>
              <a:rect l="l" t="t" r="r" b="b"/>
              <a:pathLst>
                <a:path w="21976556" h="1375965">
                  <a:moveTo>
                    <a:pt x="0" y="0"/>
                  </a:moveTo>
                  <a:lnTo>
                    <a:pt x="21976556" y="0"/>
                  </a:lnTo>
                  <a:lnTo>
                    <a:pt x="21976556" y="1375965"/>
                  </a:lnTo>
                  <a:lnTo>
                    <a:pt x="0" y="13759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21976557" cy="1461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1949" lvl="1" indent="-180974" algn="l">
                <a:lnSpc>
                  <a:spcPts val="3899"/>
                </a:lnSpc>
                <a:buFont typeface="Arial"/>
                <a:buChar char="•"/>
              </a:pPr>
              <a:r>
                <a:rPr lang="en-US" sz="2399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HTTP response</a:t>
              </a:r>
              <a:r>
                <a:rPr lang="en-US" sz="23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is the server's reply, containing a status code (e.g., 200 for success), headers, and the requested data or result in the body.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02791" y="5785097"/>
            <a:ext cx="16482418" cy="1031974"/>
            <a:chOff x="0" y="0"/>
            <a:chExt cx="21976557" cy="137596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76556" cy="1375965"/>
            </a:xfrm>
            <a:custGeom>
              <a:avLst/>
              <a:gdLst/>
              <a:ahLst/>
              <a:cxnLst/>
              <a:rect l="l" t="t" r="r" b="b"/>
              <a:pathLst>
                <a:path w="21976556" h="1375965">
                  <a:moveTo>
                    <a:pt x="0" y="0"/>
                  </a:moveTo>
                  <a:lnTo>
                    <a:pt x="21976556" y="0"/>
                  </a:lnTo>
                  <a:lnTo>
                    <a:pt x="21976556" y="1375965"/>
                  </a:lnTo>
                  <a:lnTo>
                    <a:pt x="0" y="13759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21976557" cy="1461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1949" lvl="1" indent="-180974" algn="l">
                <a:lnSpc>
                  <a:spcPts val="3899"/>
                </a:lnSpc>
                <a:buFont typeface="Arial"/>
                <a:buChar char="•"/>
              </a:pPr>
              <a:r>
                <a:rPr lang="en-US" sz="2399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Web scraping</a:t>
              </a:r>
              <a:r>
                <a:rPr lang="en-US" sz="23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involves extracting data from websites by parsing HTML content, typically using tools like BeautifulSoup or Scrapy, to collect information such as text, links, or images for analysis or storage.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02791" y="6907262"/>
            <a:ext cx="16482418" cy="1031974"/>
            <a:chOff x="0" y="0"/>
            <a:chExt cx="21976557" cy="137596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76556" cy="1375965"/>
            </a:xfrm>
            <a:custGeom>
              <a:avLst/>
              <a:gdLst/>
              <a:ahLst/>
              <a:cxnLst/>
              <a:rect l="l" t="t" r="r" b="b"/>
              <a:pathLst>
                <a:path w="21976556" h="1375965">
                  <a:moveTo>
                    <a:pt x="0" y="0"/>
                  </a:moveTo>
                  <a:lnTo>
                    <a:pt x="21976556" y="0"/>
                  </a:lnTo>
                  <a:lnTo>
                    <a:pt x="21976556" y="1375965"/>
                  </a:lnTo>
                  <a:lnTo>
                    <a:pt x="0" y="13759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85725"/>
              <a:ext cx="21976557" cy="1461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1949" lvl="1" indent="-180974" algn="l">
                <a:lnSpc>
                  <a:spcPts val="3899"/>
                </a:lnSpc>
                <a:buFont typeface="Arial"/>
                <a:buChar char="•"/>
              </a:pPr>
              <a:r>
                <a:rPr lang="en-US" sz="2399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Pandas</a:t>
              </a:r>
              <a:r>
                <a:rPr lang="en-US" sz="23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is a Python library used for data manipulation and analysis, providing powerful tools like DataFrames for handling structured data.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02791" y="8029426"/>
            <a:ext cx="16482418" cy="1031974"/>
            <a:chOff x="0" y="0"/>
            <a:chExt cx="21976557" cy="137596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976556" cy="1375965"/>
            </a:xfrm>
            <a:custGeom>
              <a:avLst/>
              <a:gdLst/>
              <a:ahLst/>
              <a:cxnLst/>
              <a:rect l="l" t="t" r="r" b="b"/>
              <a:pathLst>
                <a:path w="21976556" h="1375965">
                  <a:moveTo>
                    <a:pt x="0" y="0"/>
                  </a:moveTo>
                  <a:lnTo>
                    <a:pt x="21976556" y="0"/>
                  </a:lnTo>
                  <a:lnTo>
                    <a:pt x="21976556" y="1375965"/>
                  </a:lnTo>
                  <a:lnTo>
                    <a:pt x="0" y="13759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85725"/>
              <a:ext cx="21976557" cy="1461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61949" lvl="1" indent="-180974" algn="l">
                <a:lnSpc>
                  <a:spcPts val="3899"/>
                </a:lnSpc>
                <a:buFont typeface="Arial"/>
                <a:buChar char="•"/>
              </a:pPr>
              <a:r>
                <a:rPr lang="en-US" sz="2399" b="1">
                  <a:solidFill>
                    <a:srgbClr val="403C4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NumPy</a:t>
              </a:r>
              <a:r>
                <a:rPr lang="en-US" sz="239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 is a library for numerical computing in Python, offering support for large, multi-dimensional arrays and matrices, along with mathematical functions to operate on them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2344</Words>
  <Application>Microsoft Macintosh PowerPoint</Application>
  <PresentationFormat>Custom</PresentationFormat>
  <Paragraphs>294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Open Sans</vt:lpstr>
      <vt:lpstr>Calibri</vt:lpstr>
      <vt:lpstr>Merriweather Bold</vt:lpstr>
      <vt:lpstr>Open Sans Bold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WebAutomation_Scrapping.pptx</dc:title>
  <cp:lastModifiedBy>Mohammad Anees Alam</cp:lastModifiedBy>
  <cp:revision>5</cp:revision>
  <dcterms:created xsi:type="dcterms:W3CDTF">2006-08-16T00:00:00Z</dcterms:created>
  <dcterms:modified xsi:type="dcterms:W3CDTF">2025-10-25T04:31:51Z</dcterms:modified>
  <dc:identifier>DAGhHTDd_5c</dc:identifier>
</cp:coreProperties>
</file>