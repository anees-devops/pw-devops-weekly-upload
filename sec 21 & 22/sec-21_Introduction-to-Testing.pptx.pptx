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Dela Gothic One" pitchFamily="2" charset="-128"/>
      <p:regular r:id="rId16"/>
    </p:embeddedFont>
    <p:embeddedFont>
      <p:font typeface="DM Sans" pitchFamily="2" charset="77"/>
      <p:regular r:id="rId17"/>
      <p:bold r:id="rId18"/>
      <p:italic r:id="rId19"/>
      <p:boldItalic r:id="rId20"/>
    </p:embeddedFont>
    <p:embeddedFont>
      <p:font typeface="DM Sans Bold" pitchFamily="2" charset="77"/>
      <p:regular r:id="rId21"/>
      <p:bold r:id="rId22"/>
    </p:embeddedFont>
    <p:embeddedFont>
      <p:font typeface="DM Sans Italics" pitchFamily="2" charset="77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4668" autoAdjust="0"/>
  </p:normalViewPr>
  <p:slideViewPr>
    <p:cSldViewPr>
      <p:cViewPr varScale="1">
        <p:scale>
          <a:sx n="84" d="100"/>
          <a:sy n="84" d="100"/>
        </p:scale>
        <p:origin x="23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hyperlink" Target="https://github.com/Anees-DevOps/Bug_Hunt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16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10" Type="http://schemas.openxmlformats.org/officeDocument/2006/relationships/image" Target="../media/image21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user.p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36404" y="4252615"/>
            <a:ext cx="10600340" cy="1351584"/>
            <a:chOff x="0" y="0"/>
            <a:chExt cx="14133786" cy="18021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33785" cy="1802113"/>
            </a:xfrm>
            <a:custGeom>
              <a:avLst/>
              <a:gdLst/>
              <a:ahLst/>
              <a:cxnLst/>
              <a:rect l="l" t="t" r="r" b="b"/>
              <a:pathLst>
                <a:path w="14133785" h="1802113">
                  <a:moveTo>
                    <a:pt x="0" y="0"/>
                  </a:moveTo>
                  <a:lnTo>
                    <a:pt x="14133785" y="0"/>
                  </a:lnTo>
                  <a:lnTo>
                    <a:pt x="14133785" y="1802113"/>
                  </a:lnTo>
                  <a:lnTo>
                    <a:pt x="0" y="1802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133786" cy="1840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125"/>
                </a:lnSpc>
              </a:pPr>
              <a:r>
                <a:rPr lang="en-US" sz="56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Introduction to Testing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644878"/>
            <a:ext cx="1866900" cy="423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18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037638"/>
            <a:ext cx="3760709" cy="4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0"/>
              </a:lnSpc>
              <a:spcBef>
                <a:spcPct val="0"/>
              </a:spcBef>
            </a:pPr>
            <a:r>
              <a:rPr lang="en-US" sz="2387" b="1">
                <a:solidFill>
                  <a:srgbClr val="8D2424"/>
                </a:solidFill>
                <a:latin typeface="DM Sans Bold"/>
                <a:ea typeface="DM Sans Bold"/>
                <a:cs typeface="DM Sans Bold"/>
                <a:sym typeface="DM Sans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4543" y="679251"/>
            <a:ext cx="11227390" cy="1050036"/>
            <a:chOff x="0" y="0"/>
            <a:chExt cx="14969853" cy="1400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969854" cy="1400048"/>
            </a:xfrm>
            <a:custGeom>
              <a:avLst/>
              <a:gdLst/>
              <a:ahLst/>
              <a:cxnLst/>
              <a:rect l="l" t="t" r="r" b="b"/>
              <a:pathLst>
                <a:path w="14969854" h="1400048">
                  <a:moveTo>
                    <a:pt x="0" y="0"/>
                  </a:moveTo>
                  <a:lnTo>
                    <a:pt x="14969854" y="0"/>
                  </a:lnTo>
                  <a:lnTo>
                    <a:pt x="14969854" y="1400048"/>
                  </a:lnTo>
                  <a:lnTo>
                    <a:pt x="0" y="1400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969853" cy="1428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74"/>
                </a:lnSpc>
              </a:pPr>
              <a:r>
                <a:rPr lang="en-US" sz="50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Topics for Today!</a:t>
              </a:r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864542" y="1985814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3"/>
                </a:lnTo>
                <a:lnTo>
                  <a:pt x="0" y="1524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470100" y="2232720"/>
            <a:ext cx="6851154" cy="487561"/>
            <a:chOff x="0" y="0"/>
            <a:chExt cx="9134872" cy="6500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34872" cy="650082"/>
            </a:xfrm>
            <a:custGeom>
              <a:avLst/>
              <a:gdLst/>
              <a:ahLst/>
              <a:cxnLst/>
              <a:rect l="l" t="t" r="r" b="b"/>
              <a:pathLst>
                <a:path w="9134872" h="650082">
                  <a:moveTo>
                    <a:pt x="0" y="0"/>
                  </a:moveTo>
                  <a:lnTo>
                    <a:pt x="9134872" y="0"/>
                  </a:lnTo>
                  <a:lnTo>
                    <a:pt x="9134872" y="650082"/>
                  </a:lnTo>
                  <a:lnTo>
                    <a:pt x="0" y="6500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134872" cy="669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Importance &amp; types of testing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864542" y="3510557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470100" y="3684729"/>
            <a:ext cx="7503507" cy="633032"/>
            <a:chOff x="0" y="0"/>
            <a:chExt cx="10004676" cy="8440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04676" cy="844042"/>
            </a:xfrm>
            <a:custGeom>
              <a:avLst/>
              <a:gdLst/>
              <a:ahLst/>
              <a:cxnLst/>
              <a:rect l="l" t="t" r="r" b="b"/>
              <a:pathLst>
                <a:path w="10004676" h="844042">
                  <a:moveTo>
                    <a:pt x="0" y="0"/>
                  </a:moveTo>
                  <a:lnTo>
                    <a:pt x="10004676" y="0"/>
                  </a:lnTo>
                  <a:lnTo>
                    <a:pt x="10004676" y="844042"/>
                  </a:lnTo>
                  <a:lnTo>
                    <a:pt x="0" y="844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004676" cy="863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Unit Testing Frameworks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64542" y="5035302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470100" y="5209472"/>
            <a:ext cx="8614807" cy="633032"/>
            <a:chOff x="0" y="0"/>
            <a:chExt cx="11486410" cy="8440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86410" cy="844042"/>
            </a:xfrm>
            <a:custGeom>
              <a:avLst/>
              <a:gdLst/>
              <a:ahLst/>
              <a:cxnLst/>
              <a:rect l="l" t="t" r="r" b="b"/>
              <a:pathLst>
                <a:path w="11486410" h="844042">
                  <a:moveTo>
                    <a:pt x="0" y="0"/>
                  </a:moveTo>
                  <a:lnTo>
                    <a:pt x="11486410" y="0"/>
                  </a:lnTo>
                  <a:lnTo>
                    <a:pt x="11486410" y="844042"/>
                  </a:lnTo>
                  <a:lnTo>
                    <a:pt x="0" y="844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1486410" cy="863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choosing a testing Framework</a:t>
              </a: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864542" y="6560046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470100" y="6734217"/>
            <a:ext cx="8108514" cy="633032"/>
            <a:chOff x="0" y="0"/>
            <a:chExt cx="10811352" cy="8440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811352" cy="844042"/>
            </a:xfrm>
            <a:custGeom>
              <a:avLst/>
              <a:gdLst/>
              <a:ahLst/>
              <a:cxnLst/>
              <a:rect l="l" t="t" r="r" b="b"/>
              <a:pathLst>
                <a:path w="10811352" h="844042">
                  <a:moveTo>
                    <a:pt x="0" y="0"/>
                  </a:moveTo>
                  <a:lnTo>
                    <a:pt x="10811352" y="0"/>
                  </a:lnTo>
                  <a:lnTo>
                    <a:pt x="10811352" y="844042"/>
                  </a:lnTo>
                  <a:lnTo>
                    <a:pt x="0" y="844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811352" cy="863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Structure of unit tests</a:t>
              </a:r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864542" y="8084790"/>
            <a:ext cx="1235125" cy="1524744"/>
          </a:xfrm>
          <a:custGeom>
            <a:avLst/>
            <a:gdLst/>
            <a:ahLst/>
            <a:cxnLst/>
            <a:rect l="l" t="t" r="r" b="b"/>
            <a:pathLst>
              <a:path w="1235125" h="1524744">
                <a:moveTo>
                  <a:pt x="0" y="0"/>
                </a:moveTo>
                <a:lnTo>
                  <a:pt x="1235126" y="0"/>
                </a:lnTo>
                <a:lnTo>
                  <a:pt x="1235126" y="1524744"/>
                </a:lnTo>
                <a:lnTo>
                  <a:pt x="0" y="1524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2470100" y="8258961"/>
            <a:ext cx="6673900" cy="633032"/>
            <a:chOff x="0" y="0"/>
            <a:chExt cx="8898533" cy="8440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98534" cy="844042"/>
            </a:xfrm>
            <a:custGeom>
              <a:avLst/>
              <a:gdLst/>
              <a:ahLst/>
              <a:cxnLst/>
              <a:rect l="l" t="t" r="r" b="b"/>
              <a:pathLst>
                <a:path w="8898534" h="844042">
                  <a:moveTo>
                    <a:pt x="0" y="0"/>
                  </a:moveTo>
                  <a:lnTo>
                    <a:pt x="8898534" y="0"/>
                  </a:lnTo>
                  <a:lnTo>
                    <a:pt x="8898534" y="844042"/>
                  </a:lnTo>
                  <a:lnTo>
                    <a:pt x="0" y="844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898533" cy="863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Practical activities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7886" y="819596"/>
            <a:ext cx="16392228" cy="1781770"/>
            <a:chOff x="0" y="0"/>
            <a:chExt cx="21856303" cy="237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56303" cy="2375693"/>
            </a:xfrm>
            <a:custGeom>
              <a:avLst/>
              <a:gdLst/>
              <a:ahLst/>
              <a:cxnLst/>
              <a:rect l="l" t="t" r="r" b="b"/>
              <a:pathLst>
                <a:path w="21856303" h="2375693">
                  <a:moveTo>
                    <a:pt x="0" y="0"/>
                  </a:moveTo>
                  <a:lnTo>
                    <a:pt x="21856303" y="0"/>
                  </a:lnTo>
                  <a:lnTo>
                    <a:pt x="21856303" y="2375693"/>
                  </a:lnTo>
                  <a:lnTo>
                    <a:pt x="0" y="2375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856303" cy="2394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93"/>
                </a:lnSpc>
              </a:pPr>
              <a:r>
                <a:rPr lang="en-US" sz="47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Why Testing is Crucial in Software Development 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3124" y="3138190"/>
            <a:ext cx="3904506" cy="3303537"/>
            <a:chOff x="0" y="0"/>
            <a:chExt cx="5206008" cy="440471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5193411" cy="4392041"/>
            </a:xfrm>
            <a:custGeom>
              <a:avLst/>
              <a:gdLst/>
              <a:ahLst/>
              <a:cxnLst/>
              <a:rect l="l" t="t" r="r" b="b"/>
              <a:pathLst>
                <a:path w="5193411" h="4392041">
                  <a:moveTo>
                    <a:pt x="0" y="151638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041646" y="0"/>
                  </a:lnTo>
                  <a:cubicBezTo>
                    <a:pt x="5125466" y="0"/>
                    <a:pt x="5193411" y="67945"/>
                    <a:pt x="5193411" y="151638"/>
                  </a:cubicBezTo>
                  <a:lnTo>
                    <a:pt x="5193411" y="4240403"/>
                  </a:lnTo>
                  <a:cubicBezTo>
                    <a:pt x="5193411" y="4324223"/>
                    <a:pt x="5125466" y="4392041"/>
                    <a:pt x="5041646" y="4392041"/>
                  </a:cubicBezTo>
                  <a:lnTo>
                    <a:pt x="151765" y="4392041"/>
                  </a:lnTo>
                  <a:cubicBezTo>
                    <a:pt x="67945" y="4392041"/>
                    <a:pt x="0" y="4324096"/>
                    <a:pt x="0" y="4240403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206111" cy="4404741"/>
            </a:xfrm>
            <a:custGeom>
              <a:avLst/>
              <a:gdLst/>
              <a:ahLst/>
              <a:cxnLst/>
              <a:rect l="l" t="t" r="r" b="b"/>
              <a:pathLst>
                <a:path w="5206111" h="4404741">
                  <a:moveTo>
                    <a:pt x="0" y="157988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5047996" y="0"/>
                  </a:lnTo>
                  <a:lnTo>
                    <a:pt x="5047996" y="6350"/>
                  </a:lnTo>
                  <a:lnTo>
                    <a:pt x="5047996" y="0"/>
                  </a:lnTo>
                  <a:cubicBezTo>
                    <a:pt x="5135245" y="0"/>
                    <a:pt x="5206111" y="70739"/>
                    <a:pt x="5206111" y="157988"/>
                  </a:cubicBezTo>
                  <a:lnTo>
                    <a:pt x="5199761" y="157988"/>
                  </a:lnTo>
                  <a:lnTo>
                    <a:pt x="5206111" y="157988"/>
                  </a:lnTo>
                  <a:lnTo>
                    <a:pt x="5206111" y="4246753"/>
                  </a:lnTo>
                  <a:lnTo>
                    <a:pt x="5199761" y="4246753"/>
                  </a:lnTo>
                  <a:lnTo>
                    <a:pt x="5206111" y="4246753"/>
                  </a:lnTo>
                  <a:cubicBezTo>
                    <a:pt x="5206111" y="4334002"/>
                    <a:pt x="5135372" y="4404741"/>
                    <a:pt x="5047996" y="4404741"/>
                  </a:cubicBezTo>
                  <a:lnTo>
                    <a:pt x="5047996" y="4398391"/>
                  </a:lnTo>
                  <a:lnTo>
                    <a:pt x="5047996" y="4404741"/>
                  </a:lnTo>
                  <a:lnTo>
                    <a:pt x="158115" y="4404741"/>
                  </a:lnTo>
                  <a:lnTo>
                    <a:pt x="158115" y="4398391"/>
                  </a:lnTo>
                  <a:lnTo>
                    <a:pt x="158115" y="4404741"/>
                  </a:lnTo>
                  <a:cubicBezTo>
                    <a:pt x="70739" y="4404741"/>
                    <a:pt x="0" y="4334002"/>
                    <a:pt x="0" y="424675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4246753"/>
                  </a:lnTo>
                  <a:lnTo>
                    <a:pt x="6350" y="4246753"/>
                  </a:lnTo>
                  <a:lnTo>
                    <a:pt x="12700" y="4246753"/>
                  </a:lnTo>
                  <a:cubicBezTo>
                    <a:pt x="12700" y="4327017"/>
                    <a:pt x="77724" y="4392041"/>
                    <a:pt x="158115" y="4392041"/>
                  </a:cubicBezTo>
                  <a:lnTo>
                    <a:pt x="5047996" y="4392041"/>
                  </a:lnTo>
                  <a:cubicBezTo>
                    <a:pt x="5128260" y="4392041"/>
                    <a:pt x="5193411" y="4327017"/>
                    <a:pt x="5193411" y="4246753"/>
                  </a:cubicBezTo>
                  <a:lnTo>
                    <a:pt x="5193411" y="157988"/>
                  </a:lnTo>
                  <a:cubicBezTo>
                    <a:pt x="5193284" y="77724"/>
                    <a:pt x="5128260" y="12700"/>
                    <a:pt x="5047996" y="12700"/>
                  </a:cubicBezTo>
                  <a:lnTo>
                    <a:pt x="158115" y="12700"/>
                  </a:lnTo>
                  <a:lnTo>
                    <a:pt x="158115" y="6350"/>
                  </a:lnTo>
                  <a:lnTo>
                    <a:pt x="158115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1404" y="3690417"/>
            <a:ext cx="3334494" cy="1603325"/>
            <a:chOff x="0" y="0"/>
            <a:chExt cx="4445992" cy="21377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992" cy="2137767"/>
            </a:xfrm>
            <a:custGeom>
              <a:avLst/>
              <a:gdLst/>
              <a:ahLst/>
              <a:cxnLst/>
              <a:rect l="l" t="t" r="r" b="b"/>
              <a:pathLst>
                <a:path w="4445992" h="2137767">
                  <a:moveTo>
                    <a:pt x="0" y="0"/>
                  </a:moveTo>
                  <a:lnTo>
                    <a:pt x="4445992" y="0"/>
                  </a:lnTo>
                  <a:lnTo>
                    <a:pt x="4445992" y="2137767"/>
                  </a:lnTo>
                  <a:lnTo>
                    <a:pt x="0" y="21377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445992" cy="2156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Ensures Code Reliability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08822" y="3138190"/>
            <a:ext cx="3904506" cy="3303537"/>
            <a:chOff x="0" y="0"/>
            <a:chExt cx="5206008" cy="4404717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5193411" cy="4392041"/>
            </a:xfrm>
            <a:custGeom>
              <a:avLst/>
              <a:gdLst/>
              <a:ahLst/>
              <a:cxnLst/>
              <a:rect l="l" t="t" r="r" b="b"/>
              <a:pathLst>
                <a:path w="5193411" h="4392041">
                  <a:moveTo>
                    <a:pt x="0" y="151638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041646" y="0"/>
                  </a:lnTo>
                  <a:cubicBezTo>
                    <a:pt x="5125466" y="0"/>
                    <a:pt x="5193411" y="67945"/>
                    <a:pt x="5193411" y="151638"/>
                  </a:cubicBezTo>
                  <a:lnTo>
                    <a:pt x="5193411" y="4240403"/>
                  </a:lnTo>
                  <a:cubicBezTo>
                    <a:pt x="5193411" y="4324223"/>
                    <a:pt x="5125466" y="4392041"/>
                    <a:pt x="5041646" y="4392041"/>
                  </a:cubicBezTo>
                  <a:lnTo>
                    <a:pt x="151765" y="4392041"/>
                  </a:lnTo>
                  <a:cubicBezTo>
                    <a:pt x="67945" y="4392041"/>
                    <a:pt x="0" y="4324096"/>
                    <a:pt x="0" y="4240403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206111" cy="4404741"/>
            </a:xfrm>
            <a:custGeom>
              <a:avLst/>
              <a:gdLst/>
              <a:ahLst/>
              <a:cxnLst/>
              <a:rect l="l" t="t" r="r" b="b"/>
              <a:pathLst>
                <a:path w="5206111" h="4404741">
                  <a:moveTo>
                    <a:pt x="0" y="157988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5047996" y="0"/>
                  </a:lnTo>
                  <a:lnTo>
                    <a:pt x="5047996" y="6350"/>
                  </a:lnTo>
                  <a:lnTo>
                    <a:pt x="5047996" y="0"/>
                  </a:lnTo>
                  <a:cubicBezTo>
                    <a:pt x="5135245" y="0"/>
                    <a:pt x="5206111" y="70739"/>
                    <a:pt x="5206111" y="157988"/>
                  </a:cubicBezTo>
                  <a:lnTo>
                    <a:pt x="5199761" y="157988"/>
                  </a:lnTo>
                  <a:lnTo>
                    <a:pt x="5206111" y="157988"/>
                  </a:lnTo>
                  <a:lnTo>
                    <a:pt x="5206111" y="4246753"/>
                  </a:lnTo>
                  <a:lnTo>
                    <a:pt x="5199761" y="4246753"/>
                  </a:lnTo>
                  <a:lnTo>
                    <a:pt x="5206111" y="4246753"/>
                  </a:lnTo>
                  <a:cubicBezTo>
                    <a:pt x="5206111" y="4334002"/>
                    <a:pt x="5135372" y="4404741"/>
                    <a:pt x="5047996" y="4404741"/>
                  </a:cubicBezTo>
                  <a:lnTo>
                    <a:pt x="5047996" y="4398391"/>
                  </a:lnTo>
                  <a:lnTo>
                    <a:pt x="5047996" y="4404741"/>
                  </a:lnTo>
                  <a:lnTo>
                    <a:pt x="158115" y="4404741"/>
                  </a:lnTo>
                  <a:lnTo>
                    <a:pt x="158115" y="4398391"/>
                  </a:lnTo>
                  <a:lnTo>
                    <a:pt x="158115" y="4404741"/>
                  </a:lnTo>
                  <a:cubicBezTo>
                    <a:pt x="70739" y="4404741"/>
                    <a:pt x="0" y="4334002"/>
                    <a:pt x="0" y="424675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4246753"/>
                  </a:lnTo>
                  <a:lnTo>
                    <a:pt x="6350" y="4246753"/>
                  </a:lnTo>
                  <a:lnTo>
                    <a:pt x="12700" y="4246753"/>
                  </a:lnTo>
                  <a:cubicBezTo>
                    <a:pt x="12700" y="4327017"/>
                    <a:pt x="77724" y="4392041"/>
                    <a:pt x="158115" y="4392041"/>
                  </a:cubicBezTo>
                  <a:lnTo>
                    <a:pt x="5047996" y="4392041"/>
                  </a:lnTo>
                  <a:cubicBezTo>
                    <a:pt x="5128260" y="4392041"/>
                    <a:pt x="5193411" y="4327017"/>
                    <a:pt x="5193411" y="4246753"/>
                  </a:cubicBezTo>
                  <a:lnTo>
                    <a:pt x="5193411" y="157988"/>
                  </a:lnTo>
                  <a:cubicBezTo>
                    <a:pt x="5193284" y="77724"/>
                    <a:pt x="5128260" y="12700"/>
                    <a:pt x="5047996" y="12700"/>
                  </a:cubicBezTo>
                  <a:lnTo>
                    <a:pt x="158115" y="12700"/>
                  </a:lnTo>
                  <a:lnTo>
                    <a:pt x="158115" y="6350"/>
                  </a:lnTo>
                  <a:lnTo>
                    <a:pt x="158115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93829" y="3690417"/>
            <a:ext cx="3334494" cy="1603325"/>
            <a:chOff x="0" y="0"/>
            <a:chExt cx="4445992" cy="21377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45992" cy="2137767"/>
            </a:xfrm>
            <a:custGeom>
              <a:avLst/>
              <a:gdLst/>
              <a:ahLst/>
              <a:cxnLst/>
              <a:rect l="l" t="t" r="r" b="b"/>
              <a:pathLst>
                <a:path w="4445992" h="2137767">
                  <a:moveTo>
                    <a:pt x="0" y="0"/>
                  </a:moveTo>
                  <a:lnTo>
                    <a:pt x="4445992" y="0"/>
                  </a:lnTo>
                  <a:lnTo>
                    <a:pt x="4445992" y="2137767"/>
                  </a:lnTo>
                  <a:lnTo>
                    <a:pt x="0" y="21377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445992" cy="2156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Prevents Costly Failures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74522" y="3138190"/>
            <a:ext cx="3904506" cy="3303537"/>
            <a:chOff x="0" y="0"/>
            <a:chExt cx="5206008" cy="4404717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5193411" cy="4392041"/>
            </a:xfrm>
            <a:custGeom>
              <a:avLst/>
              <a:gdLst/>
              <a:ahLst/>
              <a:cxnLst/>
              <a:rect l="l" t="t" r="r" b="b"/>
              <a:pathLst>
                <a:path w="5193411" h="4392041">
                  <a:moveTo>
                    <a:pt x="0" y="151638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041646" y="0"/>
                  </a:lnTo>
                  <a:cubicBezTo>
                    <a:pt x="5125466" y="0"/>
                    <a:pt x="5193411" y="67945"/>
                    <a:pt x="5193411" y="151638"/>
                  </a:cubicBezTo>
                  <a:lnTo>
                    <a:pt x="5193411" y="4240403"/>
                  </a:lnTo>
                  <a:cubicBezTo>
                    <a:pt x="5193411" y="4324223"/>
                    <a:pt x="5125466" y="4392041"/>
                    <a:pt x="5041646" y="4392041"/>
                  </a:cubicBezTo>
                  <a:lnTo>
                    <a:pt x="151765" y="4392041"/>
                  </a:lnTo>
                  <a:cubicBezTo>
                    <a:pt x="67945" y="4392041"/>
                    <a:pt x="0" y="4324096"/>
                    <a:pt x="0" y="4240403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206111" cy="4404741"/>
            </a:xfrm>
            <a:custGeom>
              <a:avLst/>
              <a:gdLst/>
              <a:ahLst/>
              <a:cxnLst/>
              <a:rect l="l" t="t" r="r" b="b"/>
              <a:pathLst>
                <a:path w="5206111" h="4404741">
                  <a:moveTo>
                    <a:pt x="0" y="157988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5047996" y="0"/>
                  </a:lnTo>
                  <a:lnTo>
                    <a:pt x="5047996" y="6350"/>
                  </a:lnTo>
                  <a:lnTo>
                    <a:pt x="5047996" y="0"/>
                  </a:lnTo>
                  <a:cubicBezTo>
                    <a:pt x="5135245" y="0"/>
                    <a:pt x="5206111" y="70739"/>
                    <a:pt x="5206111" y="157988"/>
                  </a:cubicBezTo>
                  <a:lnTo>
                    <a:pt x="5199761" y="157988"/>
                  </a:lnTo>
                  <a:lnTo>
                    <a:pt x="5206111" y="157988"/>
                  </a:lnTo>
                  <a:lnTo>
                    <a:pt x="5206111" y="4246753"/>
                  </a:lnTo>
                  <a:lnTo>
                    <a:pt x="5199761" y="4246753"/>
                  </a:lnTo>
                  <a:lnTo>
                    <a:pt x="5206111" y="4246753"/>
                  </a:lnTo>
                  <a:cubicBezTo>
                    <a:pt x="5206111" y="4334002"/>
                    <a:pt x="5135372" y="4404741"/>
                    <a:pt x="5047996" y="4404741"/>
                  </a:cubicBezTo>
                  <a:lnTo>
                    <a:pt x="5047996" y="4398391"/>
                  </a:lnTo>
                  <a:lnTo>
                    <a:pt x="5047996" y="4404741"/>
                  </a:lnTo>
                  <a:lnTo>
                    <a:pt x="158115" y="4404741"/>
                  </a:lnTo>
                  <a:lnTo>
                    <a:pt x="158115" y="4398391"/>
                  </a:lnTo>
                  <a:lnTo>
                    <a:pt x="158115" y="4404741"/>
                  </a:lnTo>
                  <a:cubicBezTo>
                    <a:pt x="70739" y="4404741"/>
                    <a:pt x="0" y="4334002"/>
                    <a:pt x="0" y="424675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4246753"/>
                  </a:lnTo>
                  <a:lnTo>
                    <a:pt x="6350" y="4246753"/>
                  </a:lnTo>
                  <a:lnTo>
                    <a:pt x="12700" y="4246753"/>
                  </a:lnTo>
                  <a:cubicBezTo>
                    <a:pt x="12700" y="4327017"/>
                    <a:pt x="77724" y="4392041"/>
                    <a:pt x="158115" y="4392041"/>
                  </a:cubicBezTo>
                  <a:lnTo>
                    <a:pt x="5047996" y="4392041"/>
                  </a:lnTo>
                  <a:cubicBezTo>
                    <a:pt x="5128260" y="4392041"/>
                    <a:pt x="5193411" y="4327017"/>
                    <a:pt x="5193411" y="4246753"/>
                  </a:cubicBezTo>
                  <a:lnTo>
                    <a:pt x="5193411" y="157988"/>
                  </a:lnTo>
                  <a:cubicBezTo>
                    <a:pt x="5193284" y="77724"/>
                    <a:pt x="5128260" y="12700"/>
                    <a:pt x="5047996" y="12700"/>
                  </a:cubicBezTo>
                  <a:lnTo>
                    <a:pt x="158115" y="12700"/>
                  </a:lnTo>
                  <a:lnTo>
                    <a:pt x="158115" y="6350"/>
                  </a:lnTo>
                  <a:lnTo>
                    <a:pt x="158115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74522" y="3423196"/>
            <a:ext cx="3904506" cy="2137767"/>
            <a:chOff x="0" y="0"/>
            <a:chExt cx="5206008" cy="28503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06009" cy="2850357"/>
            </a:xfrm>
            <a:custGeom>
              <a:avLst/>
              <a:gdLst/>
              <a:ahLst/>
              <a:cxnLst/>
              <a:rect l="l" t="t" r="r" b="b"/>
              <a:pathLst>
                <a:path w="5206009" h="2850357">
                  <a:moveTo>
                    <a:pt x="0" y="0"/>
                  </a:moveTo>
                  <a:lnTo>
                    <a:pt x="5206009" y="0"/>
                  </a:lnTo>
                  <a:lnTo>
                    <a:pt x="5206009" y="2850357"/>
                  </a:lnTo>
                  <a:lnTo>
                    <a:pt x="0" y="2850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206008" cy="2869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Improves Code Maintainability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440221" y="3138190"/>
            <a:ext cx="3904506" cy="3303537"/>
            <a:chOff x="0" y="0"/>
            <a:chExt cx="5206008" cy="4404717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5193411" cy="4392041"/>
            </a:xfrm>
            <a:custGeom>
              <a:avLst/>
              <a:gdLst/>
              <a:ahLst/>
              <a:cxnLst/>
              <a:rect l="l" t="t" r="r" b="b"/>
              <a:pathLst>
                <a:path w="5193411" h="4392041">
                  <a:moveTo>
                    <a:pt x="0" y="151638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041646" y="0"/>
                  </a:lnTo>
                  <a:cubicBezTo>
                    <a:pt x="5125466" y="0"/>
                    <a:pt x="5193411" y="67945"/>
                    <a:pt x="5193411" y="151638"/>
                  </a:cubicBezTo>
                  <a:lnTo>
                    <a:pt x="5193411" y="4240403"/>
                  </a:lnTo>
                  <a:cubicBezTo>
                    <a:pt x="5193411" y="4324223"/>
                    <a:pt x="5125466" y="4392041"/>
                    <a:pt x="5041646" y="4392041"/>
                  </a:cubicBezTo>
                  <a:lnTo>
                    <a:pt x="151765" y="4392041"/>
                  </a:lnTo>
                  <a:cubicBezTo>
                    <a:pt x="67945" y="4392041"/>
                    <a:pt x="0" y="4324096"/>
                    <a:pt x="0" y="4240403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5206111" cy="4404741"/>
            </a:xfrm>
            <a:custGeom>
              <a:avLst/>
              <a:gdLst/>
              <a:ahLst/>
              <a:cxnLst/>
              <a:rect l="l" t="t" r="r" b="b"/>
              <a:pathLst>
                <a:path w="5206111" h="4404741">
                  <a:moveTo>
                    <a:pt x="0" y="157988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5047996" y="0"/>
                  </a:lnTo>
                  <a:lnTo>
                    <a:pt x="5047996" y="6350"/>
                  </a:lnTo>
                  <a:lnTo>
                    <a:pt x="5047996" y="0"/>
                  </a:lnTo>
                  <a:cubicBezTo>
                    <a:pt x="5135245" y="0"/>
                    <a:pt x="5206111" y="70739"/>
                    <a:pt x="5206111" y="157988"/>
                  </a:cubicBezTo>
                  <a:lnTo>
                    <a:pt x="5199761" y="157988"/>
                  </a:lnTo>
                  <a:lnTo>
                    <a:pt x="5206111" y="157988"/>
                  </a:lnTo>
                  <a:lnTo>
                    <a:pt x="5206111" y="4246753"/>
                  </a:lnTo>
                  <a:lnTo>
                    <a:pt x="5199761" y="4246753"/>
                  </a:lnTo>
                  <a:lnTo>
                    <a:pt x="5206111" y="4246753"/>
                  </a:lnTo>
                  <a:cubicBezTo>
                    <a:pt x="5206111" y="4334002"/>
                    <a:pt x="5135372" y="4404741"/>
                    <a:pt x="5047996" y="4404741"/>
                  </a:cubicBezTo>
                  <a:lnTo>
                    <a:pt x="5047996" y="4398391"/>
                  </a:lnTo>
                  <a:lnTo>
                    <a:pt x="5047996" y="4404741"/>
                  </a:lnTo>
                  <a:lnTo>
                    <a:pt x="158115" y="4404741"/>
                  </a:lnTo>
                  <a:lnTo>
                    <a:pt x="158115" y="4398391"/>
                  </a:lnTo>
                  <a:lnTo>
                    <a:pt x="158115" y="4404741"/>
                  </a:lnTo>
                  <a:cubicBezTo>
                    <a:pt x="70739" y="4404741"/>
                    <a:pt x="0" y="4334002"/>
                    <a:pt x="0" y="4246753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4246753"/>
                  </a:lnTo>
                  <a:lnTo>
                    <a:pt x="6350" y="4246753"/>
                  </a:lnTo>
                  <a:lnTo>
                    <a:pt x="12700" y="4246753"/>
                  </a:lnTo>
                  <a:cubicBezTo>
                    <a:pt x="12700" y="4327017"/>
                    <a:pt x="77724" y="4392041"/>
                    <a:pt x="158115" y="4392041"/>
                  </a:cubicBezTo>
                  <a:lnTo>
                    <a:pt x="5047996" y="4392041"/>
                  </a:lnTo>
                  <a:cubicBezTo>
                    <a:pt x="5128260" y="4392041"/>
                    <a:pt x="5193411" y="4327017"/>
                    <a:pt x="5193411" y="4246753"/>
                  </a:cubicBezTo>
                  <a:lnTo>
                    <a:pt x="5193411" y="157988"/>
                  </a:lnTo>
                  <a:cubicBezTo>
                    <a:pt x="5193284" y="77724"/>
                    <a:pt x="5128260" y="12700"/>
                    <a:pt x="5047996" y="12700"/>
                  </a:cubicBezTo>
                  <a:lnTo>
                    <a:pt x="158115" y="12700"/>
                  </a:lnTo>
                  <a:lnTo>
                    <a:pt x="158115" y="6350"/>
                  </a:lnTo>
                  <a:lnTo>
                    <a:pt x="158115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25228" y="3583260"/>
            <a:ext cx="3334494" cy="2137767"/>
            <a:chOff x="0" y="0"/>
            <a:chExt cx="4445992" cy="28503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45992" cy="2850357"/>
            </a:xfrm>
            <a:custGeom>
              <a:avLst/>
              <a:gdLst/>
              <a:ahLst/>
              <a:cxnLst/>
              <a:rect l="l" t="t" r="r" b="b"/>
              <a:pathLst>
                <a:path w="4445992" h="2850357">
                  <a:moveTo>
                    <a:pt x="0" y="0"/>
                  </a:moveTo>
                  <a:lnTo>
                    <a:pt x="4445992" y="0"/>
                  </a:lnTo>
                  <a:lnTo>
                    <a:pt x="4445992" y="2850357"/>
                  </a:lnTo>
                  <a:lnTo>
                    <a:pt x="0" y="2850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445992" cy="2869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Enables Continuous Integration (CI/CD)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3124" y="6702921"/>
            <a:ext cx="5293073" cy="2769096"/>
            <a:chOff x="0" y="0"/>
            <a:chExt cx="7057430" cy="3692128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7044690" cy="3679444"/>
            </a:xfrm>
            <a:custGeom>
              <a:avLst/>
              <a:gdLst/>
              <a:ahLst/>
              <a:cxnLst/>
              <a:rect l="l" t="t" r="r" b="b"/>
              <a:pathLst>
                <a:path w="7044690" h="3679444">
                  <a:moveTo>
                    <a:pt x="0" y="151638"/>
                  </a:moveTo>
                  <a:cubicBezTo>
                    <a:pt x="0" y="67945"/>
                    <a:pt x="68072" y="0"/>
                    <a:pt x="151892" y="0"/>
                  </a:cubicBezTo>
                  <a:lnTo>
                    <a:pt x="6892798" y="0"/>
                  </a:lnTo>
                  <a:cubicBezTo>
                    <a:pt x="6976745" y="0"/>
                    <a:pt x="7044690" y="67945"/>
                    <a:pt x="7044690" y="151638"/>
                  </a:cubicBezTo>
                  <a:lnTo>
                    <a:pt x="7044690" y="3527806"/>
                  </a:lnTo>
                  <a:cubicBezTo>
                    <a:pt x="7044690" y="3611626"/>
                    <a:pt x="6976618" y="3679444"/>
                    <a:pt x="6892798" y="3679444"/>
                  </a:cubicBezTo>
                  <a:lnTo>
                    <a:pt x="151892" y="3679444"/>
                  </a:lnTo>
                  <a:cubicBezTo>
                    <a:pt x="68072" y="3679444"/>
                    <a:pt x="0" y="3611499"/>
                    <a:pt x="0" y="352780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7057390" cy="3692144"/>
            </a:xfrm>
            <a:custGeom>
              <a:avLst/>
              <a:gdLst/>
              <a:ahLst/>
              <a:cxnLst/>
              <a:rect l="l" t="t" r="r" b="b"/>
              <a:pathLst>
                <a:path w="7057390" h="3692144">
                  <a:moveTo>
                    <a:pt x="0" y="157988"/>
                  </a:moveTo>
                  <a:cubicBezTo>
                    <a:pt x="0" y="70739"/>
                    <a:pt x="70866" y="0"/>
                    <a:pt x="158242" y="0"/>
                  </a:cubicBezTo>
                  <a:lnTo>
                    <a:pt x="6899148" y="0"/>
                  </a:lnTo>
                  <a:lnTo>
                    <a:pt x="6899148" y="6350"/>
                  </a:lnTo>
                  <a:lnTo>
                    <a:pt x="6899148" y="0"/>
                  </a:lnTo>
                  <a:cubicBezTo>
                    <a:pt x="6986524" y="0"/>
                    <a:pt x="7057390" y="70739"/>
                    <a:pt x="7057390" y="157988"/>
                  </a:cubicBezTo>
                  <a:lnTo>
                    <a:pt x="7051040" y="157988"/>
                  </a:lnTo>
                  <a:lnTo>
                    <a:pt x="7057390" y="157988"/>
                  </a:lnTo>
                  <a:lnTo>
                    <a:pt x="7057390" y="3534156"/>
                  </a:lnTo>
                  <a:lnTo>
                    <a:pt x="7051040" y="3534156"/>
                  </a:lnTo>
                  <a:lnTo>
                    <a:pt x="7057390" y="3534156"/>
                  </a:lnTo>
                  <a:cubicBezTo>
                    <a:pt x="7057390" y="3621405"/>
                    <a:pt x="6986524" y="3692144"/>
                    <a:pt x="6899148" y="3692144"/>
                  </a:cubicBezTo>
                  <a:lnTo>
                    <a:pt x="6899148" y="3685794"/>
                  </a:lnTo>
                  <a:lnTo>
                    <a:pt x="6899148" y="3692144"/>
                  </a:lnTo>
                  <a:lnTo>
                    <a:pt x="158242" y="3692144"/>
                  </a:lnTo>
                  <a:lnTo>
                    <a:pt x="158242" y="3685794"/>
                  </a:lnTo>
                  <a:lnTo>
                    <a:pt x="158242" y="3692144"/>
                  </a:lnTo>
                  <a:cubicBezTo>
                    <a:pt x="70866" y="3692144"/>
                    <a:pt x="0" y="3621405"/>
                    <a:pt x="0" y="3534156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3534156"/>
                  </a:lnTo>
                  <a:lnTo>
                    <a:pt x="6350" y="3534156"/>
                  </a:lnTo>
                  <a:lnTo>
                    <a:pt x="12700" y="3534156"/>
                  </a:lnTo>
                  <a:cubicBezTo>
                    <a:pt x="12700" y="3614420"/>
                    <a:pt x="77851" y="3679444"/>
                    <a:pt x="158242" y="3679444"/>
                  </a:cubicBezTo>
                  <a:lnTo>
                    <a:pt x="6899148" y="3679444"/>
                  </a:lnTo>
                  <a:cubicBezTo>
                    <a:pt x="6979539" y="3679444"/>
                    <a:pt x="7044690" y="3614420"/>
                    <a:pt x="7044690" y="3534156"/>
                  </a:cubicBezTo>
                  <a:lnTo>
                    <a:pt x="7044690" y="157988"/>
                  </a:lnTo>
                  <a:cubicBezTo>
                    <a:pt x="7044690" y="77724"/>
                    <a:pt x="6979539" y="12700"/>
                    <a:pt x="6899148" y="12700"/>
                  </a:cubicBezTo>
                  <a:lnTo>
                    <a:pt x="158242" y="12700"/>
                  </a:lnTo>
                  <a:lnTo>
                    <a:pt x="158242" y="6350"/>
                  </a:lnTo>
                  <a:lnTo>
                    <a:pt x="158242" y="12700"/>
                  </a:lnTo>
                  <a:cubicBezTo>
                    <a:pt x="77851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8130" y="7260877"/>
            <a:ext cx="4723060" cy="1603325"/>
            <a:chOff x="0" y="0"/>
            <a:chExt cx="6297413" cy="213776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97413" cy="2137767"/>
            </a:xfrm>
            <a:custGeom>
              <a:avLst/>
              <a:gdLst/>
              <a:ahLst/>
              <a:cxnLst/>
              <a:rect l="l" t="t" r="r" b="b"/>
              <a:pathLst>
                <a:path w="6297413" h="2137767">
                  <a:moveTo>
                    <a:pt x="0" y="0"/>
                  </a:moveTo>
                  <a:lnTo>
                    <a:pt x="6297413" y="0"/>
                  </a:lnTo>
                  <a:lnTo>
                    <a:pt x="6297413" y="2137767"/>
                  </a:lnTo>
                  <a:lnTo>
                    <a:pt x="0" y="21377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297413" cy="2156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Enhances Security &amp; Compliance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97390" y="6702921"/>
            <a:ext cx="5293073" cy="2769096"/>
            <a:chOff x="0" y="0"/>
            <a:chExt cx="7057430" cy="3692128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7044690" cy="3679444"/>
            </a:xfrm>
            <a:custGeom>
              <a:avLst/>
              <a:gdLst/>
              <a:ahLst/>
              <a:cxnLst/>
              <a:rect l="l" t="t" r="r" b="b"/>
              <a:pathLst>
                <a:path w="7044690" h="3679444">
                  <a:moveTo>
                    <a:pt x="0" y="151638"/>
                  </a:moveTo>
                  <a:cubicBezTo>
                    <a:pt x="0" y="67945"/>
                    <a:pt x="68072" y="0"/>
                    <a:pt x="151892" y="0"/>
                  </a:cubicBezTo>
                  <a:lnTo>
                    <a:pt x="6892798" y="0"/>
                  </a:lnTo>
                  <a:cubicBezTo>
                    <a:pt x="6976745" y="0"/>
                    <a:pt x="7044690" y="67945"/>
                    <a:pt x="7044690" y="151638"/>
                  </a:cubicBezTo>
                  <a:lnTo>
                    <a:pt x="7044690" y="3527806"/>
                  </a:lnTo>
                  <a:cubicBezTo>
                    <a:pt x="7044690" y="3611626"/>
                    <a:pt x="6976618" y="3679444"/>
                    <a:pt x="6892798" y="3679444"/>
                  </a:cubicBezTo>
                  <a:lnTo>
                    <a:pt x="151892" y="3679444"/>
                  </a:lnTo>
                  <a:cubicBezTo>
                    <a:pt x="68072" y="3679444"/>
                    <a:pt x="0" y="3611499"/>
                    <a:pt x="0" y="352780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057390" cy="3692144"/>
            </a:xfrm>
            <a:custGeom>
              <a:avLst/>
              <a:gdLst/>
              <a:ahLst/>
              <a:cxnLst/>
              <a:rect l="l" t="t" r="r" b="b"/>
              <a:pathLst>
                <a:path w="7057390" h="3692144">
                  <a:moveTo>
                    <a:pt x="0" y="157988"/>
                  </a:moveTo>
                  <a:cubicBezTo>
                    <a:pt x="0" y="70739"/>
                    <a:pt x="70866" y="0"/>
                    <a:pt x="158242" y="0"/>
                  </a:cubicBezTo>
                  <a:lnTo>
                    <a:pt x="6899148" y="0"/>
                  </a:lnTo>
                  <a:lnTo>
                    <a:pt x="6899148" y="6350"/>
                  </a:lnTo>
                  <a:lnTo>
                    <a:pt x="6899148" y="0"/>
                  </a:lnTo>
                  <a:cubicBezTo>
                    <a:pt x="6986524" y="0"/>
                    <a:pt x="7057390" y="70739"/>
                    <a:pt x="7057390" y="157988"/>
                  </a:cubicBezTo>
                  <a:lnTo>
                    <a:pt x="7051040" y="157988"/>
                  </a:lnTo>
                  <a:lnTo>
                    <a:pt x="7057390" y="157988"/>
                  </a:lnTo>
                  <a:lnTo>
                    <a:pt x="7057390" y="3534156"/>
                  </a:lnTo>
                  <a:lnTo>
                    <a:pt x="7051040" y="3534156"/>
                  </a:lnTo>
                  <a:lnTo>
                    <a:pt x="7057390" y="3534156"/>
                  </a:lnTo>
                  <a:cubicBezTo>
                    <a:pt x="7057390" y="3621405"/>
                    <a:pt x="6986524" y="3692144"/>
                    <a:pt x="6899148" y="3692144"/>
                  </a:cubicBezTo>
                  <a:lnTo>
                    <a:pt x="6899148" y="3685794"/>
                  </a:lnTo>
                  <a:lnTo>
                    <a:pt x="6899148" y="3692144"/>
                  </a:lnTo>
                  <a:lnTo>
                    <a:pt x="158242" y="3692144"/>
                  </a:lnTo>
                  <a:lnTo>
                    <a:pt x="158242" y="3685794"/>
                  </a:lnTo>
                  <a:lnTo>
                    <a:pt x="158242" y="3692144"/>
                  </a:lnTo>
                  <a:cubicBezTo>
                    <a:pt x="70866" y="3692144"/>
                    <a:pt x="0" y="3621405"/>
                    <a:pt x="0" y="3534156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3534156"/>
                  </a:lnTo>
                  <a:lnTo>
                    <a:pt x="6350" y="3534156"/>
                  </a:lnTo>
                  <a:lnTo>
                    <a:pt x="12700" y="3534156"/>
                  </a:lnTo>
                  <a:cubicBezTo>
                    <a:pt x="12700" y="3614420"/>
                    <a:pt x="77851" y="3679444"/>
                    <a:pt x="158242" y="3679444"/>
                  </a:cubicBezTo>
                  <a:lnTo>
                    <a:pt x="6899148" y="3679444"/>
                  </a:lnTo>
                  <a:cubicBezTo>
                    <a:pt x="6979539" y="3679444"/>
                    <a:pt x="7044690" y="3614420"/>
                    <a:pt x="7044690" y="3534156"/>
                  </a:cubicBezTo>
                  <a:lnTo>
                    <a:pt x="7044690" y="157988"/>
                  </a:lnTo>
                  <a:cubicBezTo>
                    <a:pt x="7044690" y="77724"/>
                    <a:pt x="6979539" y="12700"/>
                    <a:pt x="6899148" y="12700"/>
                  </a:cubicBezTo>
                  <a:lnTo>
                    <a:pt x="158242" y="12700"/>
                  </a:lnTo>
                  <a:lnTo>
                    <a:pt x="158242" y="6350"/>
                  </a:lnTo>
                  <a:lnTo>
                    <a:pt x="158242" y="12700"/>
                  </a:lnTo>
                  <a:cubicBezTo>
                    <a:pt x="77851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82470" y="7260877"/>
            <a:ext cx="4723060" cy="1603325"/>
            <a:chOff x="0" y="0"/>
            <a:chExt cx="6297413" cy="213776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97413" cy="2137767"/>
            </a:xfrm>
            <a:custGeom>
              <a:avLst/>
              <a:gdLst/>
              <a:ahLst/>
              <a:cxnLst/>
              <a:rect l="l" t="t" r="r" b="b"/>
              <a:pathLst>
                <a:path w="6297413" h="2137767">
                  <a:moveTo>
                    <a:pt x="0" y="0"/>
                  </a:moveTo>
                  <a:lnTo>
                    <a:pt x="6297413" y="0"/>
                  </a:lnTo>
                  <a:lnTo>
                    <a:pt x="6297413" y="2137767"/>
                  </a:lnTo>
                  <a:lnTo>
                    <a:pt x="0" y="21377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297413" cy="2156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Encourages Better Code Design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051655" y="6702921"/>
            <a:ext cx="5293073" cy="2769096"/>
            <a:chOff x="0" y="0"/>
            <a:chExt cx="7057430" cy="3692128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7044690" cy="3679444"/>
            </a:xfrm>
            <a:custGeom>
              <a:avLst/>
              <a:gdLst/>
              <a:ahLst/>
              <a:cxnLst/>
              <a:rect l="l" t="t" r="r" b="b"/>
              <a:pathLst>
                <a:path w="7044690" h="3679444">
                  <a:moveTo>
                    <a:pt x="0" y="151638"/>
                  </a:moveTo>
                  <a:cubicBezTo>
                    <a:pt x="0" y="67945"/>
                    <a:pt x="68072" y="0"/>
                    <a:pt x="151892" y="0"/>
                  </a:cubicBezTo>
                  <a:lnTo>
                    <a:pt x="6892798" y="0"/>
                  </a:lnTo>
                  <a:cubicBezTo>
                    <a:pt x="6976745" y="0"/>
                    <a:pt x="7044690" y="67945"/>
                    <a:pt x="7044690" y="151638"/>
                  </a:cubicBezTo>
                  <a:lnTo>
                    <a:pt x="7044690" y="3527806"/>
                  </a:lnTo>
                  <a:cubicBezTo>
                    <a:pt x="7044690" y="3611626"/>
                    <a:pt x="6976618" y="3679444"/>
                    <a:pt x="6892798" y="3679444"/>
                  </a:cubicBezTo>
                  <a:lnTo>
                    <a:pt x="151892" y="3679444"/>
                  </a:lnTo>
                  <a:cubicBezTo>
                    <a:pt x="68072" y="3679444"/>
                    <a:pt x="0" y="3611499"/>
                    <a:pt x="0" y="352780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7057390" cy="3692144"/>
            </a:xfrm>
            <a:custGeom>
              <a:avLst/>
              <a:gdLst/>
              <a:ahLst/>
              <a:cxnLst/>
              <a:rect l="l" t="t" r="r" b="b"/>
              <a:pathLst>
                <a:path w="7057390" h="3692144">
                  <a:moveTo>
                    <a:pt x="0" y="157988"/>
                  </a:moveTo>
                  <a:cubicBezTo>
                    <a:pt x="0" y="70739"/>
                    <a:pt x="70866" y="0"/>
                    <a:pt x="158242" y="0"/>
                  </a:cubicBezTo>
                  <a:lnTo>
                    <a:pt x="6899148" y="0"/>
                  </a:lnTo>
                  <a:lnTo>
                    <a:pt x="6899148" y="6350"/>
                  </a:lnTo>
                  <a:lnTo>
                    <a:pt x="6899148" y="0"/>
                  </a:lnTo>
                  <a:cubicBezTo>
                    <a:pt x="6986524" y="0"/>
                    <a:pt x="7057390" y="70739"/>
                    <a:pt x="7057390" y="157988"/>
                  </a:cubicBezTo>
                  <a:lnTo>
                    <a:pt x="7051040" y="157988"/>
                  </a:lnTo>
                  <a:lnTo>
                    <a:pt x="7057390" y="157988"/>
                  </a:lnTo>
                  <a:lnTo>
                    <a:pt x="7057390" y="3534156"/>
                  </a:lnTo>
                  <a:lnTo>
                    <a:pt x="7051040" y="3534156"/>
                  </a:lnTo>
                  <a:lnTo>
                    <a:pt x="7057390" y="3534156"/>
                  </a:lnTo>
                  <a:cubicBezTo>
                    <a:pt x="7057390" y="3621405"/>
                    <a:pt x="6986524" y="3692144"/>
                    <a:pt x="6899148" y="3692144"/>
                  </a:cubicBezTo>
                  <a:lnTo>
                    <a:pt x="6899148" y="3685794"/>
                  </a:lnTo>
                  <a:lnTo>
                    <a:pt x="6899148" y="3692144"/>
                  </a:lnTo>
                  <a:lnTo>
                    <a:pt x="158242" y="3692144"/>
                  </a:lnTo>
                  <a:lnTo>
                    <a:pt x="158242" y="3685794"/>
                  </a:lnTo>
                  <a:lnTo>
                    <a:pt x="158242" y="3692144"/>
                  </a:lnTo>
                  <a:cubicBezTo>
                    <a:pt x="70866" y="3692144"/>
                    <a:pt x="0" y="3621405"/>
                    <a:pt x="0" y="3534156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3534156"/>
                  </a:lnTo>
                  <a:lnTo>
                    <a:pt x="6350" y="3534156"/>
                  </a:lnTo>
                  <a:lnTo>
                    <a:pt x="12700" y="3534156"/>
                  </a:lnTo>
                  <a:cubicBezTo>
                    <a:pt x="12700" y="3614420"/>
                    <a:pt x="77851" y="3679444"/>
                    <a:pt x="158242" y="3679444"/>
                  </a:cubicBezTo>
                  <a:lnTo>
                    <a:pt x="6899148" y="3679444"/>
                  </a:lnTo>
                  <a:cubicBezTo>
                    <a:pt x="6979539" y="3679444"/>
                    <a:pt x="7044690" y="3614420"/>
                    <a:pt x="7044690" y="3534156"/>
                  </a:cubicBezTo>
                  <a:lnTo>
                    <a:pt x="7044690" y="157988"/>
                  </a:lnTo>
                  <a:cubicBezTo>
                    <a:pt x="7044690" y="77724"/>
                    <a:pt x="6979539" y="12700"/>
                    <a:pt x="6899148" y="12700"/>
                  </a:cubicBezTo>
                  <a:lnTo>
                    <a:pt x="158242" y="12700"/>
                  </a:lnTo>
                  <a:lnTo>
                    <a:pt x="158242" y="6350"/>
                  </a:lnTo>
                  <a:lnTo>
                    <a:pt x="158242" y="12700"/>
                  </a:lnTo>
                  <a:cubicBezTo>
                    <a:pt x="77851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336661" y="7422802"/>
            <a:ext cx="4723060" cy="1068884"/>
            <a:chOff x="0" y="0"/>
            <a:chExt cx="6297413" cy="14251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297413" cy="1425178"/>
            </a:xfrm>
            <a:custGeom>
              <a:avLst/>
              <a:gdLst/>
              <a:ahLst/>
              <a:cxnLst/>
              <a:rect l="l" t="t" r="r" b="b"/>
              <a:pathLst>
                <a:path w="6297413" h="1425178">
                  <a:moveTo>
                    <a:pt x="0" y="0"/>
                  </a:moveTo>
                  <a:lnTo>
                    <a:pt x="6297413" y="0"/>
                  </a:lnTo>
                  <a:lnTo>
                    <a:pt x="6297413" y="1425178"/>
                  </a:lnTo>
                  <a:lnTo>
                    <a:pt x="0" y="1425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6297413" cy="1444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87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Builds Confidence in Deployment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8846" y="815447"/>
            <a:ext cx="9015581" cy="946976"/>
            <a:chOff x="0" y="0"/>
            <a:chExt cx="12020775" cy="12626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20775" cy="1262634"/>
            </a:xfrm>
            <a:custGeom>
              <a:avLst/>
              <a:gdLst/>
              <a:ahLst/>
              <a:cxnLst/>
              <a:rect l="l" t="t" r="r" b="b"/>
              <a:pathLst>
                <a:path w="12020775" h="1262634">
                  <a:moveTo>
                    <a:pt x="0" y="0"/>
                  </a:moveTo>
                  <a:lnTo>
                    <a:pt x="12020775" y="0"/>
                  </a:lnTo>
                  <a:lnTo>
                    <a:pt x="12020775" y="1262634"/>
                  </a:lnTo>
                  <a:lnTo>
                    <a:pt x="0" y="1262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020775" cy="1281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7"/>
                </a:lnSpc>
              </a:pPr>
              <a:r>
                <a:rPr lang="en-US" sz="45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Types of Testing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8771" y="2206302"/>
            <a:ext cx="5442496" cy="2962572"/>
            <a:chOff x="0" y="0"/>
            <a:chExt cx="7256662" cy="395009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7243953" cy="3937381"/>
            </a:xfrm>
            <a:custGeom>
              <a:avLst/>
              <a:gdLst/>
              <a:ahLst/>
              <a:cxnLst/>
              <a:rect l="l" t="t" r="r" b="b"/>
              <a:pathLst>
                <a:path w="7243953" h="3937381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3813556"/>
                  </a:lnTo>
                  <a:cubicBezTo>
                    <a:pt x="7243953" y="3881882"/>
                    <a:pt x="7188454" y="3937381"/>
                    <a:pt x="7120001" y="3937381"/>
                  </a:cubicBezTo>
                  <a:lnTo>
                    <a:pt x="123952" y="3937381"/>
                  </a:lnTo>
                  <a:cubicBezTo>
                    <a:pt x="55499" y="3937381"/>
                    <a:pt x="0" y="3882009"/>
                    <a:pt x="0" y="381355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7256653" cy="3950081"/>
            </a:xfrm>
            <a:custGeom>
              <a:avLst/>
              <a:gdLst/>
              <a:ahLst/>
              <a:cxnLst/>
              <a:rect l="l" t="t" r="r" b="b"/>
              <a:pathLst>
                <a:path w="7256653" h="3950081">
                  <a:moveTo>
                    <a:pt x="0" y="130175"/>
                  </a:moveTo>
                  <a:cubicBezTo>
                    <a:pt x="0" y="58293"/>
                    <a:pt x="58420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3819906"/>
                  </a:lnTo>
                  <a:lnTo>
                    <a:pt x="7250303" y="3819906"/>
                  </a:lnTo>
                  <a:lnTo>
                    <a:pt x="7256653" y="3819906"/>
                  </a:lnTo>
                  <a:cubicBezTo>
                    <a:pt x="7256653" y="3891788"/>
                    <a:pt x="7198233" y="3950081"/>
                    <a:pt x="7126351" y="3950081"/>
                  </a:cubicBezTo>
                  <a:lnTo>
                    <a:pt x="7126351" y="3943731"/>
                  </a:lnTo>
                  <a:lnTo>
                    <a:pt x="7126351" y="3950081"/>
                  </a:lnTo>
                  <a:lnTo>
                    <a:pt x="130302" y="3950081"/>
                  </a:lnTo>
                  <a:lnTo>
                    <a:pt x="130302" y="3943731"/>
                  </a:lnTo>
                  <a:lnTo>
                    <a:pt x="130302" y="3950081"/>
                  </a:lnTo>
                  <a:cubicBezTo>
                    <a:pt x="58420" y="3950081"/>
                    <a:pt x="0" y="3891788"/>
                    <a:pt x="0" y="3819906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3819906"/>
                  </a:lnTo>
                  <a:lnTo>
                    <a:pt x="6350" y="3819906"/>
                  </a:lnTo>
                  <a:lnTo>
                    <a:pt x="12700" y="3819906"/>
                  </a:lnTo>
                  <a:cubicBezTo>
                    <a:pt x="12700" y="3884803"/>
                    <a:pt x="65405" y="3937381"/>
                    <a:pt x="130302" y="3937381"/>
                  </a:cubicBezTo>
                  <a:lnTo>
                    <a:pt x="7126351" y="3937381"/>
                  </a:lnTo>
                  <a:cubicBezTo>
                    <a:pt x="7191375" y="3937381"/>
                    <a:pt x="7243953" y="3884803"/>
                    <a:pt x="7243953" y="3819906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4786" y="2441600"/>
            <a:ext cx="3490318" cy="436215"/>
            <a:chOff x="0" y="0"/>
            <a:chExt cx="4653757" cy="5816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53757" cy="581620"/>
            </a:xfrm>
            <a:custGeom>
              <a:avLst/>
              <a:gdLst/>
              <a:ahLst/>
              <a:cxnLst/>
              <a:rect l="l" t="t" r="r" b="b"/>
              <a:pathLst>
                <a:path w="4653757" h="581620">
                  <a:moveTo>
                    <a:pt x="0" y="0"/>
                  </a:moveTo>
                  <a:lnTo>
                    <a:pt x="4653757" y="0"/>
                  </a:lnTo>
                  <a:lnTo>
                    <a:pt x="4653757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653757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Unit Testing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4069" y="3010421"/>
            <a:ext cx="5207199" cy="932851"/>
            <a:chOff x="0" y="0"/>
            <a:chExt cx="6942932" cy="12438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42931" cy="1243802"/>
            </a:xfrm>
            <a:custGeom>
              <a:avLst/>
              <a:gdLst/>
              <a:ahLst/>
              <a:cxnLst/>
              <a:rect l="l" t="t" r="r" b="b"/>
              <a:pathLst>
                <a:path w="6942931" h="1243802">
                  <a:moveTo>
                    <a:pt x="0" y="0"/>
                  </a:moveTo>
                  <a:lnTo>
                    <a:pt x="6942931" y="0"/>
                  </a:lnTo>
                  <a:lnTo>
                    <a:pt x="6942931" y="1243802"/>
                  </a:lnTo>
                  <a:lnTo>
                    <a:pt x="0" y="124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6942932" cy="1339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Checks individual functions or modules.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4069" y="3972000"/>
            <a:ext cx="4971901" cy="447076"/>
            <a:chOff x="0" y="0"/>
            <a:chExt cx="6629202" cy="5961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Tools: pytest, JUnit.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4069" y="4491410"/>
            <a:ext cx="4971901" cy="447076"/>
            <a:chOff x="0" y="0"/>
            <a:chExt cx="6629202" cy="5961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Pre-commit.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22751" y="2206302"/>
            <a:ext cx="5442496" cy="2962572"/>
            <a:chOff x="0" y="0"/>
            <a:chExt cx="7256662" cy="3950097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7243953" cy="3937381"/>
            </a:xfrm>
            <a:custGeom>
              <a:avLst/>
              <a:gdLst/>
              <a:ahLst/>
              <a:cxnLst/>
              <a:rect l="l" t="t" r="r" b="b"/>
              <a:pathLst>
                <a:path w="7243953" h="3937381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3813556"/>
                  </a:lnTo>
                  <a:cubicBezTo>
                    <a:pt x="7243953" y="3881882"/>
                    <a:pt x="7188454" y="3937381"/>
                    <a:pt x="7120001" y="3937381"/>
                  </a:cubicBezTo>
                  <a:lnTo>
                    <a:pt x="123952" y="3937381"/>
                  </a:lnTo>
                  <a:cubicBezTo>
                    <a:pt x="55499" y="3937381"/>
                    <a:pt x="0" y="3882009"/>
                    <a:pt x="0" y="381355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7256653" cy="3950081"/>
            </a:xfrm>
            <a:custGeom>
              <a:avLst/>
              <a:gdLst/>
              <a:ahLst/>
              <a:cxnLst/>
              <a:rect l="l" t="t" r="r" b="b"/>
              <a:pathLst>
                <a:path w="7256653" h="3950081">
                  <a:moveTo>
                    <a:pt x="0" y="130175"/>
                  </a:moveTo>
                  <a:cubicBezTo>
                    <a:pt x="0" y="58293"/>
                    <a:pt x="58420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3819906"/>
                  </a:lnTo>
                  <a:lnTo>
                    <a:pt x="7250303" y="3819906"/>
                  </a:lnTo>
                  <a:lnTo>
                    <a:pt x="7256653" y="3819906"/>
                  </a:lnTo>
                  <a:cubicBezTo>
                    <a:pt x="7256653" y="3891788"/>
                    <a:pt x="7198233" y="3950081"/>
                    <a:pt x="7126351" y="3950081"/>
                  </a:cubicBezTo>
                  <a:lnTo>
                    <a:pt x="7126351" y="3943731"/>
                  </a:lnTo>
                  <a:lnTo>
                    <a:pt x="7126351" y="3950081"/>
                  </a:lnTo>
                  <a:lnTo>
                    <a:pt x="130302" y="3950081"/>
                  </a:lnTo>
                  <a:lnTo>
                    <a:pt x="130302" y="3943731"/>
                  </a:lnTo>
                  <a:lnTo>
                    <a:pt x="130302" y="3950081"/>
                  </a:lnTo>
                  <a:cubicBezTo>
                    <a:pt x="58420" y="3950081"/>
                    <a:pt x="0" y="3891788"/>
                    <a:pt x="0" y="3819906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3819906"/>
                  </a:lnTo>
                  <a:lnTo>
                    <a:pt x="6350" y="3819906"/>
                  </a:lnTo>
                  <a:lnTo>
                    <a:pt x="12700" y="3819906"/>
                  </a:lnTo>
                  <a:cubicBezTo>
                    <a:pt x="12700" y="3884803"/>
                    <a:pt x="65405" y="3937381"/>
                    <a:pt x="130302" y="3937381"/>
                  </a:cubicBezTo>
                  <a:lnTo>
                    <a:pt x="7126351" y="3937381"/>
                  </a:lnTo>
                  <a:cubicBezTo>
                    <a:pt x="7191375" y="3937381"/>
                    <a:pt x="7243953" y="3884803"/>
                    <a:pt x="7243953" y="3819906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22095" y="2441600"/>
            <a:ext cx="4043660" cy="436215"/>
            <a:chOff x="0" y="0"/>
            <a:chExt cx="5391547" cy="5816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91547" cy="581620"/>
            </a:xfrm>
            <a:custGeom>
              <a:avLst/>
              <a:gdLst/>
              <a:ahLst/>
              <a:cxnLst/>
              <a:rect l="l" t="t" r="r" b="b"/>
              <a:pathLst>
                <a:path w="5391547" h="581620">
                  <a:moveTo>
                    <a:pt x="0" y="0"/>
                  </a:moveTo>
                  <a:lnTo>
                    <a:pt x="5391547" y="0"/>
                  </a:lnTo>
                  <a:lnTo>
                    <a:pt x="5391547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391547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Integration Testing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58049" y="3010421"/>
            <a:ext cx="4971901" cy="447076"/>
            <a:chOff x="0" y="0"/>
            <a:chExt cx="6629202" cy="59610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Tests component interactions.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58049" y="3529831"/>
            <a:ext cx="4971901" cy="447076"/>
            <a:chOff x="0" y="0"/>
            <a:chExt cx="6629202" cy="5961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Tools: Postman, TestContainers.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58049" y="4049241"/>
            <a:ext cx="4971901" cy="447076"/>
            <a:chOff x="0" y="0"/>
            <a:chExt cx="6629202" cy="59610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Pre-deployment.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076732" y="2206302"/>
            <a:ext cx="5442496" cy="2962572"/>
            <a:chOff x="0" y="0"/>
            <a:chExt cx="7256662" cy="3950097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7243953" cy="3937381"/>
            </a:xfrm>
            <a:custGeom>
              <a:avLst/>
              <a:gdLst/>
              <a:ahLst/>
              <a:cxnLst/>
              <a:rect l="l" t="t" r="r" b="b"/>
              <a:pathLst>
                <a:path w="7243953" h="3937381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3813556"/>
                  </a:lnTo>
                  <a:cubicBezTo>
                    <a:pt x="7243953" y="3881882"/>
                    <a:pt x="7188454" y="3937381"/>
                    <a:pt x="7120001" y="3937381"/>
                  </a:cubicBezTo>
                  <a:lnTo>
                    <a:pt x="123952" y="3937381"/>
                  </a:lnTo>
                  <a:cubicBezTo>
                    <a:pt x="55499" y="3937381"/>
                    <a:pt x="0" y="3882009"/>
                    <a:pt x="0" y="3813556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256653" cy="3950081"/>
            </a:xfrm>
            <a:custGeom>
              <a:avLst/>
              <a:gdLst/>
              <a:ahLst/>
              <a:cxnLst/>
              <a:rect l="l" t="t" r="r" b="b"/>
              <a:pathLst>
                <a:path w="7256653" h="3950081">
                  <a:moveTo>
                    <a:pt x="0" y="130175"/>
                  </a:moveTo>
                  <a:cubicBezTo>
                    <a:pt x="0" y="58293"/>
                    <a:pt x="58420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3819906"/>
                  </a:lnTo>
                  <a:lnTo>
                    <a:pt x="7250303" y="3819906"/>
                  </a:lnTo>
                  <a:lnTo>
                    <a:pt x="7256653" y="3819906"/>
                  </a:lnTo>
                  <a:cubicBezTo>
                    <a:pt x="7256653" y="3891788"/>
                    <a:pt x="7198233" y="3950081"/>
                    <a:pt x="7126351" y="3950081"/>
                  </a:cubicBezTo>
                  <a:lnTo>
                    <a:pt x="7126351" y="3943731"/>
                  </a:lnTo>
                  <a:lnTo>
                    <a:pt x="7126351" y="3950081"/>
                  </a:lnTo>
                  <a:lnTo>
                    <a:pt x="130302" y="3950081"/>
                  </a:lnTo>
                  <a:lnTo>
                    <a:pt x="130302" y="3943731"/>
                  </a:lnTo>
                  <a:lnTo>
                    <a:pt x="130302" y="3950081"/>
                  </a:lnTo>
                  <a:cubicBezTo>
                    <a:pt x="58420" y="3950081"/>
                    <a:pt x="0" y="3891788"/>
                    <a:pt x="0" y="3819906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3819906"/>
                  </a:lnTo>
                  <a:lnTo>
                    <a:pt x="6350" y="3819906"/>
                  </a:lnTo>
                  <a:lnTo>
                    <a:pt x="12700" y="3819906"/>
                  </a:lnTo>
                  <a:cubicBezTo>
                    <a:pt x="12700" y="3884803"/>
                    <a:pt x="65405" y="3937381"/>
                    <a:pt x="130302" y="3937381"/>
                  </a:cubicBezTo>
                  <a:lnTo>
                    <a:pt x="7126351" y="3937381"/>
                  </a:lnTo>
                  <a:cubicBezTo>
                    <a:pt x="7191375" y="3937381"/>
                    <a:pt x="7243953" y="3884803"/>
                    <a:pt x="7243953" y="3819906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96614" y="2441600"/>
            <a:ext cx="4002732" cy="436215"/>
            <a:chOff x="0" y="0"/>
            <a:chExt cx="5336977" cy="5816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36977" cy="581620"/>
            </a:xfrm>
            <a:custGeom>
              <a:avLst/>
              <a:gdLst/>
              <a:ahLst/>
              <a:cxnLst/>
              <a:rect l="l" t="t" r="r" b="b"/>
              <a:pathLst>
                <a:path w="5336977" h="581620">
                  <a:moveTo>
                    <a:pt x="0" y="0"/>
                  </a:moveTo>
                  <a:lnTo>
                    <a:pt x="5336977" y="0"/>
                  </a:lnTo>
                  <a:lnTo>
                    <a:pt x="5336977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336977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Regression Testing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12029" y="3010421"/>
            <a:ext cx="4971901" cy="447076"/>
            <a:chOff x="0" y="0"/>
            <a:chExt cx="6629202" cy="59610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Verifies existing functionality. 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312029" y="3529831"/>
            <a:ext cx="4971901" cy="447076"/>
            <a:chOff x="0" y="0"/>
            <a:chExt cx="6629202" cy="59610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629202" cy="596102"/>
            </a:xfrm>
            <a:custGeom>
              <a:avLst/>
              <a:gdLst/>
              <a:ahLst/>
              <a:cxnLst/>
              <a:rect l="l" t="t" r="r" b="b"/>
              <a:pathLst>
                <a:path w="6629202" h="596102">
                  <a:moveTo>
                    <a:pt x="0" y="0"/>
                  </a:moveTo>
                  <a:lnTo>
                    <a:pt x="6629202" y="0"/>
                  </a:lnTo>
                  <a:lnTo>
                    <a:pt x="6629202" y="596102"/>
                  </a:lnTo>
                  <a:lnTo>
                    <a:pt x="0" y="596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6629202" cy="691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Tool: Selenium.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12029" y="4049241"/>
            <a:ext cx="4971901" cy="932851"/>
            <a:chOff x="0" y="0"/>
            <a:chExt cx="6629202" cy="124380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29202" cy="1243802"/>
            </a:xfrm>
            <a:custGeom>
              <a:avLst/>
              <a:gdLst/>
              <a:ahLst/>
              <a:cxnLst/>
              <a:rect l="l" t="t" r="r" b="b"/>
              <a:pathLst>
                <a:path w="6629202" h="1243802">
                  <a:moveTo>
                    <a:pt x="0" y="0"/>
                  </a:moveTo>
                  <a:lnTo>
                    <a:pt x="6629202" y="0"/>
                  </a:lnTo>
                  <a:lnTo>
                    <a:pt x="6629202" y="1243802"/>
                  </a:lnTo>
                  <a:lnTo>
                    <a:pt x="0" y="124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6629202" cy="1339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2" lvl="1" indent="-180031" algn="l">
                <a:lnSpc>
                  <a:spcPts val="3890"/>
                </a:lnSpc>
                <a:buFont typeface="Arial"/>
                <a:buChar char="•"/>
              </a:pPr>
              <a:r>
                <a:rPr lang="en-US" sz="23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Post-deployment.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8846" y="5612755"/>
            <a:ext cx="5442496" cy="3404741"/>
            <a:chOff x="0" y="0"/>
            <a:chExt cx="7256662" cy="4539655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7243953" cy="4526915"/>
            </a:xfrm>
            <a:custGeom>
              <a:avLst/>
              <a:gdLst/>
              <a:ahLst/>
              <a:cxnLst/>
              <a:rect l="l" t="t" r="r" b="b"/>
              <a:pathLst>
                <a:path w="7243953" h="4526915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4403090"/>
                  </a:lnTo>
                  <a:cubicBezTo>
                    <a:pt x="7243953" y="4471416"/>
                    <a:pt x="7188454" y="4526915"/>
                    <a:pt x="7120001" y="4526915"/>
                  </a:cubicBezTo>
                  <a:lnTo>
                    <a:pt x="123952" y="4526915"/>
                  </a:lnTo>
                  <a:cubicBezTo>
                    <a:pt x="55499" y="4526915"/>
                    <a:pt x="0" y="4471543"/>
                    <a:pt x="0" y="440309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7256653" cy="4539615"/>
            </a:xfrm>
            <a:custGeom>
              <a:avLst/>
              <a:gdLst/>
              <a:ahLst/>
              <a:cxnLst/>
              <a:rect l="l" t="t" r="r" b="b"/>
              <a:pathLst>
                <a:path w="7256653" h="4539615">
                  <a:moveTo>
                    <a:pt x="0" y="130175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4409440"/>
                  </a:lnTo>
                  <a:lnTo>
                    <a:pt x="7250303" y="4409440"/>
                  </a:lnTo>
                  <a:lnTo>
                    <a:pt x="7256653" y="4409440"/>
                  </a:lnTo>
                  <a:cubicBezTo>
                    <a:pt x="7256653" y="4481322"/>
                    <a:pt x="7198360" y="4539615"/>
                    <a:pt x="7126351" y="4539615"/>
                  </a:cubicBezTo>
                  <a:lnTo>
                    <a:pt x="7126351" y="4533265"/>
                  </a:lnTo>
                  <a:lnTo>
                    <a:pt x="7126351" y="4539615"/>
                  </a:lnTo>
                  <a:lnTo>
                    <a:pt x="130302" y="4539615"/>
                  </a:lnTo>
                  <a:lnTo>
                    <a:pt x="130302" y="4533265"/>
                  </a:lnTo>
                  <a:lnTo>
                    <a:pt x="130302" y="4539615"/>
                  </a:lnTo>
                  <a:cubicBezTo>
                    <a:pt x="58293" y="4539615"/>
                    <a:pt x="0" y="4481449"/>
                    <a:pt x="0" y="4409440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4409440"/>
                  </a:lnTo>
                  <a:lnTo>
                    <a:pt x="6350" y="4409440"/>
                  </a:lnTo>
                  <a:lnTo>
                    <a:pt x="12700" y="4409440"/>
                  </a:lnTo>
                  <a:cubicBezTo>
                    <a:pt x="12700" y="4474337"/>
                    <a:pt x="65405" y="4526915"/>
                    <a:pt x="130302" y="4526915"/>
                  </a:cubicBezTo>
                  <a:lnTo>
                    <a:pt x="7126351" y="4526915"/>
                  </a:lnTo>
                  <a:cubicBezTo>
                    <a:pt x="7191248" y="4526915"/>
                    <a:pt x="7243953" y="4474337"/>
                    <a:pt x="7243953" y="4409440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79948" y="5848052"/>
            <a:ext cx="4020294" cy="436215"/>
            <a:chOff x="0" y="0"/>
            <a:chExt cx="5360392" cy="5816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360392" cy="581620"/>
            </a:xfrm>
            <a:custGeom>
              <a:avLst/>
              <a:gdLst/>
              <a:ahLst/>
              <a:cxnLst/>
              <a:rect l="l" t="t" r="r" b="b"/>
              <a:pathLst>
                <a:path w="5360392" h="581620">
                  <a:moveTo>
                    <a:pt x="0" y="0"/>
                  </a:moveTo>
                  <a:lnTo>
                    <a:pt x="5360392" y="0"/>
                  </a:lnTo>
                  <a:lnTo>
                    <a:pt x="5360392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5360392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End-to-End Testing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04144" y="6416874"/>
            <a:ext cx="4971901" cy="442169"/>
            <a:chOff x="0" y="0"/>
            <a:chExt cx="6629202" cy="58955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629202" cy="589558"/>
            </a:xfrm>
            <a:custGeom>
              <a:avLst/>
              <a:gdLst/>
              <a:ahLst/>
              <a:cxnLst/>
              <a:rect l="l" t="t" r="r" b="b"/>
              <a:pathLst>
                <a:path w="6629202" h="589558">
                  <a:moveTo>
                    <a:pt x="0" y="0"/>
                  </a:moveTo>
                  <a:lnTo>
                    <a:pt x="6629202" y="0"/>
                  </a:lnTo>
                  <a:lnTo>
                    <a:pt x="6629202" y="589558"/>
                  </a:lnTo>
                  <a:lnTo>
                    <a:pt x="0" y="589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0"/>
              <a:ext cx="6629202" cy="684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Tests the entire application flow. 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04144" y="6936284"/>
            <a:ext cx="4971901" cy="896372"/>
            <a:chOff x="0" y="0"/>
            <a:chExt cx="6629202" cy="119516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629202" cy="1195163"/>
            </a:xfrm>
            <a:custGeom>
              <a:avLst/>
              <a:gdLst/>
              <a:ahLst/>
              <a:cxnLst/>
              <a:rect l="l" t="t" r="r" b="b"/>
              <a:pathLst>
                <a:path w="6629202" h="1195163">
                  <a:moveTo>
                    <a:pt x="0" y="0"/>
                  </a:moveTo>
                  <a:lnTo>
                    <a:pt x="6629202" y="0"/>
                  </a:lnTo>
                  <a:lnTo>
                    <a:pt x="6629202" y="1195163"/>
                  </a:lnTo>
                  <a:lnTo>
                    <a:pt x="0" y="119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0"/>
              <a:ext cx="6629202" cy="1290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Tool: Selenium for web automation.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03250" y="7908856"/>
            <a:ext cx="4971901" cy="896372"/>
            <a:chOff x="0" y="0"/>
            <a:chExt cx="6629202" cy="119516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629202" cy="1195163"/>
            </a:xfrm>
            <a:custGeom>
              <a:avLst/>
              <a:gdLst/>
              <a:ahLst/>
              <a:cxnLst/>
              <a:rect l="l" t="t" r="r" b="b"/>
              <a:pathLst>
                <a:path w="6629202" h="1195163">
                  <a:moveTo>
                    <a:pt x="0" y="0"/>
                  </a:moveTo>
                  <a:lnTo>
                    <a:pt x="6629202" y="0"/>
                  </a:lnTo>
                  <a:lnTo>
                    <a:pt x="6629202" y="1195163"/>
                  </a:lnTo>
                  <a:lnTo>
                    <a:pt x="0" y="119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95250"/>
              <a:ext cx="6629202" cy="1290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Pre-deployment &amp; Post-deployment.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422826" y="5612755"/>
            <a:ext cx="5442496" cy="3404741"/>
            <a:chOff x="0" y="0"/>
            <a:chExt cx="7256662" cy="4539655"/>
          </a:xfrm>
        </p:grpSpPr>
        <p:sp>
          <p:nvSpPr>
            <p:cNvPr id="69" name="Freeform 69"/>
            <p:cNvSpPr/>
            <p:nvPr/>
          </p:nvSpPr>
          <p:spPr>
            <a:xfrm>
              <a:off x="6350" y="6350"/>
              <a:ext cx="7243953" cy="4526915"/>
            </a:xfrm>
            <a:custGeom>
              <a:avLst/>
              <a:gdLst/>
              <a:ahLst/>
              <a:cxnLst/>
              <a:rect l="l" t="t" r="r" b="b"/>
              <a:pathLst>
                <a:path w="7243953" h="4526915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4403090"/>
                  </a:lnTo>
                  <a:cubicBezTo>
                    <a:pt x="7243953" y="4471416"/>
                    <a:pt x="7188454" y="4526915"/>
                    <a:pt x="7120001" y="4526915"/>
                  </a:cubicBezTo>
                  <a:lnTo>
                    <a:pt x="123952" y="4526915"/>
                  </a:lnTo>
                  <a:cubicBezTo>
                    <a:pt x="55499" y="4526915"/>
                    <a:pt x="0" y="4471543"/>
                    <a:pt x="0" y="440309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7256653" cy="4539615"/>
            </a:xfrm>
            <a:custGeom>
              <a:avLst/>
              <a:gdLst/>
              <a:ahLst/>
              <a:cxnLst/>
              <a:rect l="l" t="t" r="r" b="b"/>
              <a:pathLst>
                <a:path w="7256653" h="4539615">
                  <a:moveTo>
                    <a:pt x="0" y="130175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4409440"/>
                  </a:lnTo>
                  <a:lnTo>
                    <a:pt x="7250303" y="4409440"/>
                  </a:lnTo>
                  <a:lnTo>
                    <a:pt x="7256653" y="4409440"/>
                  </a:lnTo>
                  <a:cubicBezTo>
                    <a:pt x="7256653" y="4481322"/>
                    <a:pt x="7198360" y="4539615"/>
                    <a:pt x="7126351" y="4539615"/>
                  </a:cubicBezTo>
                  <a:lnTo>
                    <a:pt x="7126351" y="4533265"/>
                  </a:lnTo>
                  <a:lnTo>
                    <a:pt x="7126351" y="4539615"/>
                  </a:lnTo>
                  <a:lnTo>
                    <a:pt x="130302" y="4539615"/>
                  </a:lnTo>
                  <a:lnTo>
                    <a:pt x="130302" y="4533265"/>
                  </a:lnTo>
                  <a:lnTo>
                    <a:pt x="130302" y="4539615"/>
                  </a:lnTo>
                  <a:cubicBezTo>
                    <a:pt x="58293" y="4539615"/>
                    <a:pt x="0" y="4481449"/>
                    <a:pt x="0" y="4409440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4409440"/>
                  </a:lnTo>
                  <a:lnTo>
                    <a:pt x="6350" y="4409440"/>
                  </a:lnTo>
                  <a:lnTo>
                    <a:pt x="12700" y="4409440"/>
                  </a:lnTo>
                  <a:cubicBezTo>
                    <a:pt x="12700" y="4474337"/>
                    <a:pt x="65405" y="4526915"/>
                    <a:pt x="130302" y="4526915"/>
                  </a:cubicBezTo>
                  <a:lnTo>
                    <a:pt x="7126351" y="4526915"/>
                  </a:lnTo>
                  <a:cubicBezTo>
                    <a:pt x="7191248" y="4526915"/>
                    <a:pt x="7243953" y="4474337"/>
                    <a:pt x="7243953" y="4409440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942236" y="5848052"/>
            <a:ext cx="4403675" cy="436215"/>
            <a:chOff x="0" y="0"/>
            <a:chExt cx="5871567" cy="5816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871567" cy="581620"/>
            </a:xfrm>
            <a:custGeom>
              <a:avLst/>
              <a:gdLst/>
              <a:ahLst/>
              <a:cxnLst/>
              <a:rect l="l" t="t" r="r" b="b"/>
              <a:pathLst>
                <a:path w="5871567" h="581620">
                  <a:moveTo>
                    <a:pt x="0" y="0"/>
                  </a:moveTo>
                  <a:lnTo>
                    <a:pt x="5871567" y="0"/>
                  </a:lnTo>
                  <a:lnTo>
                    <a:pt x="5871567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5871567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Performance Testing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658124" y="6416874"/>
            <a:ext cx="4971901" cy="442169"/>
            <a:chOff x="0" y="0"/>
            <a:chExt cx="6629202" cy="58955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629202" cy="589558"/>
            </a:xfrm>
            <a:custGeom>
              <a:avLst/>
              <a:gdLst/>
              <a:ahLst/>
              <a:cxnLst/>
              <a:rect l="l" t="t" r="r" b="b"/>
              <a:pathLst>
                <a:path w="6629202" h="589558">
                  <a:moveTo>
                    <a:pt x="0" y="0"/>
                  </a:moveTo>
                  <a:lnTo>
                    <a:pt x="6629202" y="0"/>
                  </a:lnTo>
                  <a:lnTo>
                    <a:pt x="6629202" y="589558"/>
                  </a:lnTo>
                  <a:lnTo>
                    <a:pt x="0" y="589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0"/>
              <a:ext cx="6629202" cy="684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Measures speed and scalability.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658124" y="6936284"/>
            <a:ext cx="4971901" cy="442169"/>
            <a:chOff x="0" y="0"/>
            <a:chExt cx="6629202" cy="58955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629202" cy="589558"/>
            </a:xfrm>
            <a:custGeom>
              <a:avLst/>
              <a:gdLst/>
              <a:ahLst/>
              <a:cxnLst/>
              <a:rect l="l" t="t" r="r" b="b"/>
              <a:pathLst>
                <a:path w="6629202" h="589558">
                  <a:moveTo>
                    <a:pt x="0" y="0"/>
                  </a:moveTo>
                  <a:lnTo>
                    <a:pt x="6629202" y="0"/>
                  </a:lnTo>
                  <a:lnTo>
                    <a:pt x="6629202" y="589558"/>
                  </a:lnTo>
                  <a:lnTo>
                    <a:pt x="0" y="589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95250"/>
              <a:ext cx="6629202" cy="684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Tool: Load testing with JMeter.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658124" y="7455694"/>
            <a:ext cx="4971901" cy="896372"/>
            <a:chOff x="0" y="0"/>
            <a:chExt cx="6629202" cy="119516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629202" cy="1195163"/>
            </a:xfrm>
            <a:custGeom>
              <a:avLst/>
              <a:gdLst/>
              <a:ahLst/>
              <a:cxnLst/>
              <a:rect l="l" t="t" r="r" b="b"/>
              <a:pathLst>
                <a:path w="6629202" h="1195163">
                  <a:moveTo>
                    <a:pt x="0" y="0"/>
                  </a:moveTo>
                  <a:lnTo>
                    <a:pt x="6629202" y="0"/>
                  </a:lnTo>
                  <a:lnTo>
                    <a:pt x="6629202" y="1195163"/>
                  </a:lnTo>
                  <a:lnTo>
                    <a:pt x="0" y="119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95250"/>
              <a:ext cx="6629202" cy="1290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Post-deployment (monitoring and tuning).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076808" y="5612755"/>
            <a:ext cx="5442496" cy="3404741"/>
            <a:chOff x="0" y="0"/>
            <a:chExt cx="7256662" cy="4539655"/>
          </a:xfrm>
        </p:grpSpPr>
        <p:sp>
          <p:nvSpPr>
            <p:cNvPr id="84" name="Freeform 84"/>
            <p:cNvSpPr/>
            <p:nvPr/>
          </p:nvSpPr>
          <p:spPr>
            <a:xfrm>
              <a:off x="6350" y="6350"/>
              <a:ext cx="7243953" cy="4526915"/>
            </a:xfrm>
            <a:custGeom>
              <a:avLst/>
              <a:gdLst/>
              <a:ahLst/>
              <a:cxnLst/>
              <a:rect l="l" t="t" r="r" b="b"/>
              <a:pathLst>
                <a:path w="7243953" h="4526915">
                  <a:moveTo>
                    <a:pt x="0" y="123825"/>
                  </a:moveTo>
                  <a:cubicBezTo>
                    <a:pt x="0" y="55372"/>
                    <a:pt x="55499" y="0"/>
                    <a:pt x="123952" y="0"/>
                  </a:cubicBezTo>
                  <a:lnTo>
                    <a:pt x="7120001" y="0"/>
                  </a:lnTo>
                  <a:cubicBezTo>
                    <a:pt x="7188454" y="0"/>
                    <a:pt x="7243953" y="55372"/>
                    <a:pt x="7243953" y="123825"/>
                  </a:cubicBezTo>
                  <a:lnTo>
                    <a:pt x="7243953" y="4403090"/>
                  </a:lnTo>
                  <a:cubicBezTo>
                    <a:pt x="7243953" y="4471416"/>
                    <a:pt x="7188454" y="4526915"/>
                    <a:pt x="7120001" y="4526915"/>
                  </a:cubicBezTo>
                  <a:lnTo>
                    <a:pt x="123952" y="4526915"/>
                  </a:lnTo>
                  <a:cubicBezTo>
                    <a:pt x="55499" y="4526915"/>
                    <a:pt x="0" y="4471543"/>
                    <a:pt x="0" y="440309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0" y="0"/>
              <a:ext cx="7256653" cy="4539615"/>
            </a:xfrm>
            <a:custGeom>
              <a:avLst/>
              <a:gdLst/>
              <a:ahLst/>
              <a:cxnLst/>
              <a:rect l="l" t="t" r="r" b="b"/>
              <a:pathLst>
                <a:path w="7256653" h="4539615">
                  <a:moveTo>
                    <a:pt x="0" y="130175"/>
                  </a:moveTo>
                  <a:cubicBezTo>
                    <a:pt x="0" y="58293"/>
                    <a:pt x="58293" y="0"/>
                    <a:pt x="130302" y="0"/>
                  </a:cubicBezTo>
                  <a:lnTo>
                    <a:pt x="7126351" y="0"/>
                  </a:lnTo>
                  <a:lnTo>
                    <a:pt x="7126351" y="6350"/>
                  </a:lnTo>
                  <a:lnTo>
                    <a:pt x="7126351" y="0"/>
                  </a:lnTo>
                  <a:cubicBezTo>
                    <a:pt x="7198360" y="0"/>
                    <a:pt x="7256653" y="58293"/>
                    <a:pt x="7256653" y="130175"/>
                  </a:cubicBezTo>
                  <a:lnTo>
                    <a:pt x="7250303" y="130175"/>
                  </a:lnTo>
                  <a:lnTo>
                    <a:pt x="7256653" y="130175"/>
                  </a:lnTo>
                  <a:lnTo>
                    <a:pt x="7256653" y="4409440"/>
                  </a:lnTo>
                  <a:lnTo>
                    <a:pt x="7250303" y="4409440"/>
                  </a:lnTo>
                  <a:lnTo>
                    <a:pt x="7256653" y="4409440"/>
                  </a:lnTo>
                  <a:cubicBezTo>
                    <a:pt x="7256653" y="4481322"/>
                    <a:pt x="7198360" y="4539615"/>
                    <a:pt x="7126351" y="4539615"/>
                  </a:cubicBezTo>
                  <a:lnTo>
                    <a:pt x="7126351" y="4533265"/>
                  </a:lnTo>
                  <a:lnTo>
                    <a:pt x="7126351" y="4539615"/>
                  </a:lnTo>
                  <a:lnTo>
                    <a:pt x="130302" y="4539615"/>
                  </a:lnTo>
                  <a:lnTo>
                    <a:pt x="130302" y="4533265"/>
                  </a:lnTo>
                  <a:lnTo>
                    <a:pt x="130302" y="4539615"/>
                  </a:lnTo>
                  <a:cubicBezTo>
                    <a:pt x="58293" y="4539615"/>
                    <a:pt x="0" y="4481449"/>
                    <a:pt x="0" y="4409440"/>
                  </a:cubicBezTo>
                  <a:lnTo>
                    <a:pt x="0" y="130175"/>
                  </a:lnTo>
                  <a:lnTo>
                    <a:pt x="6350" y="130175"/>
                  </a:lnTo>
                  <a:lnTo>
                    <a:pt x="0" y="130175"/>
                  </a:lnTo>
                  <a:moveTo>
                    <a:pt x="12700" y="130175"/>
                  </a:moveTo>
                  <a:lnTo>
                    <a:pt x="12700" y="4409440"/>
                  </a:lnTo>
                  <a:lnTo>
                    <a:pt x="6350" y="4409440"/>
                  </a:lnTo>
                  <a:lnTo>
                    <a:pt x="12700" y="4409440"/>
                  </a:lnTo>
                  <a:cubicBezTo>
                    <a:pt x="12700" y="4474337"/>
                    <a:pt x="65405" y="4526915"/>
                    <a:pt x="130302" y="4526915"/>
                  </a:cubicBezTo>
                  <a:lnTo>
                    <a:pt x="7126351" y="4526915"/>
                  </a:lnTo>
                  <a:cubicBezTo>
                    <a:pt x="7191248" y="4526915"/>
                    <a:pt x="7243953" y="4474337"/>
                    <a:pt x="7243953" y="4409440"/>
                  </a:cubicBezTo>
                  <a:lnTo>
                    <a:pt x="7243953" y="130175"/>
                  </a:lnTo>
                  <a:cubicBezTo>
                    <a:pt x="7243953" y="65278"/>
                    <a:pt x="7191248" y="12700"/>
                    <a:pt x="7126351" y="12700"/>
                  </a:cubicBezTo>
                  <a:lnTo>
                    <a:pt x="130302" y="12700"/>
                  </a:lnTo>
                  <a:lnTo>
                    <a:pt x="130302" y="6350"/>
                  </a:lnTo>
                  <a:lnTo>
                    <a:pt x="130302" y="12700"/>
                  </a:lnTo>
                  <a:cubicBezTo>
                    <a:pt x="65405" y="12700"/>
                    <a:pt x="12700" y="65278"/>
                    <a:pt x="12700" y="13017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3052822" y="5848052"/>
            <a:ext cx="3490317" cy="436215"/>
            <a:chOff x="0" y="0"/>
            <a:chExt cx="4653757" cy="5816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653757" cy="581620"/>
            </a:xfrm>
            <a:custGeom>
              <a:avLst/>
              <a:gdLst/>
              <a:ahLst/>
              <a:cxnLst/>
              <a:rect l="l" t="t" r="r" b="b"/>
              <a:pathLst>
                <a:path w="4653757" h="581620">
                  <a:moveTo>
                    <a:pt x="0" y="0"/>
                  </a:moveTo>
                  <a:lnTo>
                    <a:pt x="4653757" y="0"/>
                  </a:lnTo>
                  <a:lnTo>
                    <a:pt x="4653757" y="581620"/>
                  </a:lnTo>
                  <a:lnTo>
                    <a:pt x="0" y="581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4653757" cy="59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Security Testing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312104" y="6416874"/>
            <a:ext cx="4971901" cy="442169"/>
            <a:chOff x="0" y="0"/>
            <a:chExt cx="6629202" cy="58955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629202" cy="589558"/>
            </a:xfrm>
            <a:custGeom>
              <a:avLst/>
              <a:gdLst/>
              <a:ahLst/>
              <a:cxnLst/>
              <a:rect l="l" t="t" r="r" b="b"/>
              <a:pathLst>
                <a:path w="6629202" h="589558">
                  <a:moveTo>
                    <a:pt x="0" y="0"/>
                  </a:moveTo>
                  <a:lnTo>
                    <a:pt x="6629202" y="0"/>
                  </a:lnTo>
                  <a:lnTo>
                    <a:pt x="6629202" y="589558"/>
                  </a:lnTo>
                  <a:lnTo>
                    <a:pt x="0" y="589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95250"/>
              <a:ext cx="6629202" cy="684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Identifies vulnerabilities.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312104" y="6936284"/>
            <a:ext cx="4971901" cy="896372"/>
            <a:chOff x="0" y="0"/>
            <a:chExt cx="6629202" cy="1195163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629202" cy="1195163"/>
            </a:xfrm>
            <a:custGeom>
              <a:avLst/>
              <a:gdLst/>
              <a:ahLst/>
              <a:cxnLst/>
              <a:rect l="l" t="t" r="r" b="b"/>
              <a:pathLst>
                <a:path w="6629202" h="1195163">
                  <a:moveTo>
                    <a:pt x="0" y="0"/>
                  </a:moveTo>
                  <a:lnTo>
                    <a:pt x="6629202" y="0"/>
                  </a:lnTo>
                  <a:lnTo>
                    <a:pt x="6629202" y="1195163"/>
                  </a:lnTo>
                  <a:lnTo>
                    <a:pt x="0" y="119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95250"/>
              <a:ext cx="6629202" cy="1290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Tool: OWASP ZAP for penetration testing.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312104" y="7897862"/>
            <a:ext cx="4971901" cy="896372"/>
            <a:chOff x="0" y="0"/>
            <a:chExt cx="6629202" cy="119516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629202" cy="1195163"/>
            </a:xfrm>
            <a:custGeom>
              <a:avLst/>
              <a:gdLst/>
              <a:ahLst/>
              <a:cxnLst/>
              <a:rect l="l" t="t" r="r" b="b"/>
              <a:pathLst>
                <a:path w="6629202" h="1195163">
                  <a:moveTo>
                    <a:pt x="0" y="0"/>
                  </a:moveTo>
                  <a:lnTo>
                    <a:pt x="6629202" y="0"/>
                  </a:lnTo>
                  <a:lnTo>
                    <a:pt x="6629202" y="1195163"/>
                  </a:lnTo>
                  <a:lnTo>
                    <a:pt x="0" y="1195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95250"/>
              <a:ext cx="6629202" cy="1290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727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DevOps Stage: Pre-deployment &amp; Continuous Monitoring.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7886" y="1355675"/>
            <a:ext cx="10433088" cy="1205210"/>
            <a:chOff x="0" y="0"/>
            <a:chExt cx="13910784" cy="16069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10785" cy="1606947"/>
            </a:xfrm>
            <a:custGeom>
              <a:avLst/>
              <a:gdLst/>
              <a:ahLst/>
              <a:cxnLst/>
              <a:rect l="l" t="t" r="r" b="b"/>
              <a:pathLst>
                <a:path w="13910785" h="1606947">
                  <a:moveTo>
                    <a:pt x="0" y="0"/>
                  </a:moveTo>
                  <a:lnTo>
                    <a:pt x="13910785" y="0"/>
                  </a:lnTo>
                  <a:lnTo>
                    <a:pt x="13910785" y="1606947"/>
                  </a:lnTo>
                  <a:lnTo>
                    <a:pt x="0" y="1606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910784" cy="16355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00"/>
                </a:lnSpc>
              </a:pPr>
              <a:r>
                <a:rPr lang="en-US" sz="55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Bug hunts with testing 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7886" y="2722810"/>
            <a:ext cx="16392228" cy="541735"/>
            <a:chOff x="0" y="0"/>
            <a:chExt cx="21856303" cy="7223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56303" cy="722313"/>
            </a:xfrm>
            <a:custGeom>
              <a:avLst/>
              <a:gdLst/>
              <a:ahLst/>
              <a:cxnLst/>
              <a:rect l="l" t="t" r="r" b="b"/>
              <a:pathLst>
                <a:path w="21856303" h="722313">
                  <a:moveTo>
                    <a:pt x="0" y="0"/>
                  </a:moveTo>
                  <a:lnTo>
                    <a:pt x="21856303" y="0"/>
                  </a:lnTo>
                  <a:lnTo>
                    <a:pt x="21856303" y="722313"/>
                  </a:lnTo>
                  <a:lnTo>
                    <a:pt x="0" y="722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1856303" cy="817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50"/>
                </a:lnSpc>
              </a:pPr>
              <a:r>
                <a:rPr lang="en-US" sz="26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how testing works with a simple use-case of finding bugs inside a basic app.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47886" y="3845570"/>
            <a:ext cx="1354039" cy="1624905"/>
          </a:xfrm>
          <a:custGeom>
            <a:avLst/>
            <a:gdLst/>
            <a:ahLst/>
            <a:cxnLst/>
            <a:rect l="l" t="t" r="r" b="b"/>
            <a:pathLst>
              <a:path w="1354039" h="1624905">
                <a:moveTo>
                  <a:pt x="0" y="0"/>
                </a:moveTo>
                <a:lnTo>
                  <a:pt x="1354039" y="0"/>
                </a:lnTo>
                <a:lnTo>
                  <a:pt x="1354039" y="1624905"/>
                </a:lnTo>
                <a:lnTo>
                  <a:pt x="0" y="1624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4" b="-1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708076" y="4116289"/>
            <a:ext cx="4271665" cy="445294"/>
            <a:chOff x="0" y="0"/>
            <a:chExt cx="5695553" cy="593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95554" cy="593725"/>
            </a:xfrm>
            <a:custGeom>
              <a:avLst/>
              <a:gdLst/>
              <a:ahLst/>
              <a:cxnLst/>
              <a:rect l="l" t="t" r="r" b="b"/>
              <a:pathLst>
                <a:path w="5695554" h="593725">
                  <a:moveTo>
                    <a:pt x="0" y="0"/>
                  </a:moveTo>
                  <a:lnTo>
                    <a:pt x="5695554" y="0"/>
                  </a:lnTo>
                  <a:lnTo>
                    <a:pt x="5695554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695553" cy="622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Clone the repository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708076" y="4723954"/>
            <a:ext cx="14632037" cy="433388"/>
            <a:chOff x="0" y="0"/>
            <a:chExt cx="19509383" cy="5778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509383" cy="577850"/>
            </a:xfrm>
            <a:custGeom>
              <a:avLst/>
              <a:gdLst/>
              <a:ahLst/>
              <a:cxnLst/>
              <a:rect l="l" t="t" r="r" b="b"/>
              <a:pathLst>
                <a:path w="19509383" h="577850">
                  <a:moveTo>
                    <a:pt x="0" y="0"/>
                  </a:moveTo>
                  <a:lnTo>
                    <a:pt x="19509383" y="0"/>
                  </a:lnTo>
                  <a:lnTo>
                    <a:pt x="1950938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9509383" cy="65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125" u="sng" dirty="0">
                  <a:solidFill>
                    <a:srgbClr val="204C8E"/>
                  </a:solidFill>
                  <a:latin typeface="DM Sans"/>
                  <a:ea typeface="DM Sans"/>
                  <a:cs typeface="DM Sans"/>
                  <a:sym typeface="DM Sans"/>
                  <a:hlinkClick r:id="rId5" tooltip="https://github.com/Anees-DevOps/Bug_Hunt"/>
                </a:rPr>
                <a:t>Click here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47886" y="5470475"/>
            <a:ext cx="1354039" cy="1624905"/>
          </a:xfrm>
          <a:custGeom>
            <a:avLst/>
            <a:gdLst/>
            <a:ahLst/>
            <a:cxnLst/>
            <a:rect l="l" t="t" r="r" b="b"/>
            <a:pathLst>
              <a:path w="1354039" h="1624905">
                <a:moveTo>
                  <a:pt x="0" y="0"/>
                </a:moveTo>
                <a:lnTo>
                  <a:pt x="1354039" y="0"/>
                </a:lnTo>
                <a:lnTo>
                  <a:pt x="1354039" y="1624905"/>
                </a:lnTo>
                <a:lnTo>
                  <a:pt x="0" y="1624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74" b="-1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2708076" y="5741194"/>
            <a:ext cx="3563391" cy="445294"/>
            <a:chOff x="0" y="0"/>
            <a:chExt cx="4751188" cy="5937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Find the bug</a:t>
              </a:r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947886" y="7095381"/>
            <a:ext cx="1354039" cy="1624905"/>
          </a:xfrm>
          <a:custGeom>
            <a:avLst/>
            <a:gdLst/>
            <a:ahLst/>
            <a:cxnLst/>
            <a:rect l="l" t="t" r="r" b="b"/>
            <a:pathLst>
              <a:path w="1354039" h="1624905">
                <a:moveTo>
                  <a:pt x="0" y="0"/>
                </a:moveTo>
                <a:lnTo>
                  <a:pt x="1354039" y="0"/>
                </a:lnTo>
                <a:lnTo>
                  <a:pt x="1354039" y="1624905"/>
                </a:lnTo>
                <a:lnTo>
                  <a:pt x="0" y="16249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74" b="-1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2708076" y="7366099"/>
            <a:ext cx="3563391" cy="445294"/>
            <a:chOff x="0" y="0"/>
            <a:chExt cx="4751188" cy="5937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750" dirty="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Fix &amp; Verify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701611" y="1084064"/>
            <a:ext cx="6314629" cy="8118873"/>
          </a:xfrm>
          <a:custGeom>
            <a:avLst/>
            <a:gdLst/>
            <a:ahLst/>
            <a:cxnLst/>
            <a:rect l="l" t="t" r="r" b="b"/>
            <a:pathLst>
              <a:path w="6314629" h="8118873">
                <a:moveTo>
                  <a:pt x="0" y="0"/>
                </a:moveTo>
                <a:lnTo>
                  <a:pt x="6314629" y="0"/>
                </a:lnTo>
                <a:lnTo>
                  <a:pt x="6314629" y="8118872"/>
                </a:lnTo>
                <a:lnTo>
                  <a:pt x="0" y="8118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" r="-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32089" y="659817"/>
            <a:ext cx="9439736" cy="941832"/>
            <a:chOff x="0" y="0"/>
            <a:chExt cx="11689173" cy="11662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89173" cy="1166265"/>
            </a:xfrm>
            <a:custGeom>
              <a:avLst/>
              <a:gdLst/>
              <a:ahLst/>
              <a:cxnLst/>
              <a:rect l="l" t="t" r="r" b="b"/>
              <a:pathLst>
                <a:path w="11689173" h="1166265">
                  <a:moveTo>
                    <a:pt x="0" y="0"/>
                  </a:moveTo>
                  <a:lnTo>
                    <a:pt x="11689173" y="0"/>
                  </a:lnTo>
                  <a:lnTo>
                    <a:pt x="11689173" y="1166265"/>
                  </a:lnTo>
                  <a:lnTo>
                    <a:pt x="0" y="1166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1689173" cy="119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25"/>
                </a:lnSpc>
              </a:pPr>
              <a:r>
                <a:rPr lang="en-US" sz="4499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Unit Testing Frameworks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2089" y="1906590"/>
            <a:ext cx="10997911" cy="1041355"/>
            <a:chOff x="0" y="0"/>
            <a:chExt cx="13618651" cy="12895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18652" cy="1289504"/>
            </a:xfrm>
            <a:custGeom>
              <a:avLst/>
              <a:gdLst/>
              <a:ahLst/>
              <a:cxnLst/>
              <a:rect l="l" t="t" r="r" b="b"/>
              <a:pathLst>
                <a:path w="13618652" h="1289504">
                  <a:moveTo>
                    <a:pt x="0" y="0"/>
                  </a:moveTo>
                  <a:lnTo>
                    <a:pt x="13618652" y="0"/>
                  </a:lnTo>
                  <a:lnTo>
                    <a:pt x="13618652" y="1289504"/>
                  </a:lnTo>
                  <a:lnTo>
                    <a:pt x="0" y="1289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3618651" cy="1375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Testing frameworks automate the execution of test cases, ensuring software reliability and catching bugs early in the development lifecycle.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2089" y="3039063"/>
            <a:ext cx="10997911" cy="1041355"/>
            <a:chOff x="0" y="0"/>
            <a:chExt cx="13618651" cy="1289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18652" cy="1289504"/>
            </a:xfrm>
            <a:custGeom>
              <a:avLst/>
              <a:gdLst/>
              <a:ahLst/>
              <a:cxnLst/>
              <a:rect l="l" t="t" r="r" b="b"/>
              <a:pathLst>
                <a:path w="13618652" h="1289504">
                  <a:moveTo>
                    <a:pt x="0" y="0"/>
                  </a:moveTo>
                  <a:lnTo>
                    <a:pt x="13618652" y="0"/>
                  </a:lnTo>
                  <a:lnTo>
                    <a:pt x="13618652" y="1289504"/>
                  </a:lnTo>
                  <a:lnTo>
                    <a:pt x="0" y="1289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3618651" cy="1375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Different programming languages have different frameworks tailored to their needs.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614546" y="4472491"/>
            <a:ext cx="543222" cy="543222"/>
          </a:xfrm>
          <a:custGeom>
            <a:avLst/>
            <a:gdLst/>
            <a:ahLst/>
            <a:cxnLst/>
            <a:rect l="l" t="t" r="r" b="b"/>
            <a:pathLst>
              <a:path w="543222" h="543222">
                <a:moveTo>
                  <a:pt x="0" y="0"/>
                </a:moveTo>
                <a:lnTo>
                  <a:pt x="543222" y="0"/>
                </a:lnTo>
                <a:lnTo>
                  <a:pt x="543222" y="543223"/>
                </a:lnTo>
                <a:lnTo>
                  <a:pt x="0" y="54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276177" y="4373209"/>
            <a:ext cx="2580660" cy="591730"/>
            <a:chOff x="0" y="0"/>
            <a:chExt cx="3195617" cy="7327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95617" cy="732736"/>
            </a:xfrm>
            <a:custGeom>
              <a:avLst/>
              <a:gdLst/>
              <a:ahLst/>
              <a:cxnLst/>
              <a:rect l="l" t="t" r="r" b="b"/>
              <a:pathLst>
                <a:path w="3195617" h="732736">
                  <a:moveTo>
                    <a:pt x="0" y="0"/>
                  </a:moveTo>
                  <a:lnTo>
                    <a:pt x="3195617" y="0"/>
                  </a:lnTo>
                  <a:lnTo>
                    <a:pt x="3195617" y="732736"/>
                  </a:lnTo>
                  <a:lnTo>
                    <a:pt x="0" y="7327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3195617" cy="74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849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pytest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6177" y="4957545"/>
            <a:ext cx="2580660" cy="1041355"/>
            <a:chOff x="0" y="0"/>
            <a:chExt cx="3195617" cy="12895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95617" cy="1289504"/>
            </a:xfrm>
            <a:custGeom>
              <a:avLst/>
              <a:gdLst/>
              <a:ahLst/>
              <a:cxnLst/>
              <a:rect l="l" t="t" r="r" b="b"/>
              <a:pathLst>
                <a:path w="3195617" h="1289504">
                  <a:moveTo>
                    <a:pt x="0" y="0"/>
                  </a:moveTo>
                  <a:lnTo>
                    <a:pt x="3195617" y="0"/>
                  </a:lnTo>
                  <a:lnTo>
                    <a:pt x="3195617" y="1289504"/>
                  </a:lnTo>
                  <a:lnTo>
                    <a:pt x="0" y="1289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3195617" cy="1375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Language: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Python.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6177" y="6090018"/>
            <a:ext cx="2580660" cy="1562033"/>
            <a:chOff x="0" y="0"/>
            <a:chExt cx="3195617" cy="193425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 for: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Startups, data science.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6177" y="7743170"/>
            <a:ext cx="2580660" cy="1562033"/>
            <a:chOff x="0" y="0"/>
            <a:chExt cx="3195617" cy="19342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Feature: 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No boilerplate code needed.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4279969" y="4385218"/>
            <a:ext cx="602919" cy="650847"/>
          </a:xfrm>
          <a:custGeom>
            <a:avLst/>
            <a:gdLst/>
            <a:ahLst/>
            <a:cxnLst/>
            <a:rect l="l" t="t" r="r" b="b"/>
            <a:pathLst>
              <a:path w="602919" h="650847">
                <a:moveTo>
                  <a:pt x="0" y="0"/>
                </a:moveTo>
                <a:lnTo>
                  <a:pt x="602919" y="0"/>
                </a:lnTo>
                <a:lnTo>
                  <a:pt x="602919" y="650847"/>
                </a:lnTo>
                <a:lnTo>
                  <a:pt x="0" y="6508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74" r="-39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5062676" y="4373209"/>
            <a:ext cx="2580660" cy="591730"/>
            <a:chOff x="0" y="0"/>
            <a:chExt cx="3195617" cy="7327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95617" cy="732736"/>
            </a:xfrm>
            <a:custGeom>
              <a:avLst/>
              <a:gdLst/>
              <a:ahLst/>
              <a:cxnLst/>
              <a:rect l="l" t="t" r="r" b="b"/>
              <a:pathLst>
                <a:path w="3195617" h="732736">
                  <a:moveTo>
                    <a:pt x="0" y="0"/>
                  </a:moveTo>
                  <a:lnTo>
                    <a:pt x="3195617" y="0"/>
                  </a:lnTo>
                  <a:lnTo>
                    <a:pt x="3195617" y="732736"/>
                  </a:lnTo>
                  <a:lnTo>
                    <a:pt x="0" y="7327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3195617" cy="74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849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JUnit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62676" y="4957545"/>
            <a:ext cx="2580660" cy="1041355"/>
            <a:chOff x="0" y="0"/>
            <a:chExt cx="3195617" cy="12895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95617" cy="1289504"/>
            </a:xfrm>
            <a:custGeom>
              <a:avLst/>
              <a:gdLst/>
              <a:ahLst/>
              <a:cxnLst/>
              <a:rect l="l" t="t" r="r" b="b"/>
              <a:pathLst>
                <a:path w="3195617" h="1289504">
                  <a:moveTo>
                    <a:pt x="0" y="0"/>
                  </a:moveTo>
                  <a:lnTo>
                    <a:pt x="3195617" y="0"/>
                  </a:lnTo>
                  <a:lnTo>
                    <a:pt x="3195617" y="1289504"/>
                  </a:lnTo>
                  <a:lnTo>
                    <a:pt x="0" y="1289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3195617" cy="1375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Language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: Java.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62676" y="6090018"/>
            <a:ext cx="2580660" cy="1562033"/>
            <a:chOff x="0" y="0"/>
            <a:chExt cx="3195617" cy="193425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 for: 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Enterprise systems.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062676" y="7743170"/>
            <a:ext cx="2580660" cy="1562033"/>
            <a:chOff x="0" y="0"/>
            <a:chExt cx="3195617" cy="193425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Feature: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Strong IDE integration.</a:t>
              </a:r>
            </a:p>
          </p:txBody>
        </p:sp>
      </p:grpSp>
      <p:sp>
        <p:nvSpPr>
          <p:cNvPr id="43" name="Freeform 43" descr="preencoded.png"/>
          <p:cNvSpPr/>
          <p:nvPr/>
        </p:nvSpPr>
        <p:spPr>
          <a:xfrm>
            <a:off x="8005089" y="4418679"/>
            <a:ext cx="602919" cy="650847"/>
          </a:xfrm>
          <a:custGeom>
            <a:avLst/>
            <a:gdLst/>
            <a:ahLst/>
            <a:cxnLst/>
            <a:rect l="l" t="t" r="r" b="b"/>
            <a:pathLst>
              <a:path w="602919" h="650847">
                <a:moveTo>
                  <a:pt x="0" y="0"/>
                </a:moveTo>
                <a:lnTo>
                  <a:pt x="602919" y="0"/>
                </a:lnTo>
                <a:lnTo>
                  <a:pt x="602919" y="650847"/>
                </a:lnTo>
                <a:lnTo>
                  <a:pt x="0" y="650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974" r="-39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8849175" y="4373209"/>
            <a:ext cx="2580660" cy="591730"/>
            <a:chOff x="0" y="0"/>
            <a:chExt cx="3195617" cy="7327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195617" cy="732736"/>
            </a:xfrm>
            <a:custGeom>
              <a:avLst/>
              <a:gdLst/>
              <a:ahLst/>
              <a:cxnLst/>
              <a:rect l="l" t="t" r="r" b="b"/>
              <a:pathLst>
                <a:path w="3195617" h="732736">
                  <a:moveTo>
                    <a:pt x="0" y="0"/>
                  </a:moveTo>
                  <a:lnTo>
                    <a:pt x="3195617" y="0"/>
                  </a:lnTo>
                  <a:lnTo>
                    <a:pt x="3195617" y="732736"/>
                  </a:lnTo>
                  <a:lnTo>
                    <a:pt x="0" y="7327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3195617" cy="742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849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Jest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849175" y="4957545"/>
            <a:ext cx="2580660" cy="1041355"/>
            <a:chOff x="0" y="0"/>
            <a:chExt cx="3195617" cy="128950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195617" cy="1289504"/>
            </a:xfrm>
            <a:custGeom>
              <a:avLst/>
              <a:gdLst/>
              <a:ahLst/>
              <a:cxnLst/>
              <a:rect l="l" t="t" r="r" b="b"/>
              <a:pathLst>
                <a:path w="3195617" h="1289504">
                  <a:moveTo>
                    <a:pt x="0" y="0"/>
                  </a:moveTo>
                  <a:lnTo>
                    <a:pt x="3195617" y="0"/>
                  </a:lnTo>
                  <a:lnTo>
                    <a:pt x="3195617" y="1289504"/>
                  </a:lnTo>
                  <a:lnTo>
                    <a:pt x="0" y="12895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3195617" cy="1375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Language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: JavaScript.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849175" y="6090018"/>
            <a:ext cx="2580660" cy="1562033"/>
            <a:chOff x="0" y="0"/>
            <a:chExt cx="3195617" cy="193425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 for: 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React/Node.js apps.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49175" y="7743170"/>
            <a:ext cx="2580660" cy="1562033"/>
            <a:chOff x="0" y="0"/>
            <a:chExt cx="3195617" cy="193425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195617" cy="1934257"/>
            </a:xfrm>
            <a:custGeom>
              <a:avLst/>
              <a:gdLst/>
              <a:ahLst/>
              <a:cxnLst/>
              <a:rect l="l" t="t" r="r" b="b"/>
              <a:pathLst>
                <a:path w="3195617" h="1934257">
                  <a:moveTo>
                    <a:pt x="0" y="0"/>
                  </a:moveTo>
                  <a:lnTo>
                    <a:pt x="3195617" y="0"/>
                  </a:lnTo>
                  <a:lnTo>
                    <a:pt x="3195617" y="1934257"/>
                  </a:lnTo>
                  <a:lnTo>
                    <a:pt x="0" y="19342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3195617" cy="2019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4981" lvl="1" indent="-172491" algn="l">
                <a:lnSpc>
                  <a:spcPts val="3643"/>
                </a:lnSpc>
                <a:buFont typeface="Arial"/>
                <a:buChar char="•"/>
              </a:pPr>
              <a:r>
                <a:rPr lang="en-US" sz="22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Feature:</a:t>
              </a:r>
              <a:r>
                <a:rPr lang="en-US" sz="22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Built-in code coverage.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9530"/>
          </a:xfrm>
          <a:custGeom>
            <a:avLst/>
            <a:gdLst/>
            <a:ahLst/>
            <a:cxnLst/>
            <a:rect l="l" t="t" r="r" b="b"/>
            <a:pathLst>
              <a:path w="6858000" h="10289530">
                <a:moveTo>
                  <a:pt x="0" y="0"/>
                </a:moveTo>
                <a:lnTo>
                  <a:pt x="6858000" y="0"/>
                </a:lnTo>
                <a:lnTo>
                  <a:pt x="6858000" y="10289530"/>
                </a:lnTo>
                <a:lnTo>
                  <a:pt x="0" y="10289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" r="-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14131" y="521510"/>
            <a:ext cx="10420685" cy="1776535"/>
            <a:chOff x="0" y="0"/>
            <a:chExt cx="13894247" cy="2368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894246" cy="2368714"/>
            </a:xfrm>
            <a:custGeom>
              <a:avLst/>
              <a:gdLst/>
              <a:ahLst/>
              <a:cxnLst/>
              <a:rect l="l" t="t" r="r" b="b"/>
              <a:pathLst>
                <a:path w="13894246" h="2368714">
                  <a:moveTo>
                    <a:pt x="0" y="0"/>
                  </a:moveTo>
                  <a:lnTo>
                    <a:pt x="13894246" y="0"/>
                  </a:lnTo>
                  <a:lnTo>
                    <a:pt x="13894246" y="2368714"/>
                  </a:lnTo>
                  <a:lnTo>
                    <a:pt x="0" y="2368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3894247" cy="237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76"/>
                </a:lnSpc>
              </a:pPr>
              <a:r>
                <a:rPr lang="en-US" sz="431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Automate - Bug hunts with testing !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4131" y="2529398"/>
            <a:ext cx="10420685" cy="935208"/>
            <a:chOff x="0" y="0"/>
            <a:chExt cx="13894247" cy="12469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94246" cy="1246944"/>
            </a:xfrm>
            <a:custGeom>
              <a:avLst/>
              <a:gdLst/>
              <a:ahLst/>
              <a:cxnLst/>
              <a:rect l="l" t="t" r="r" b="b"/>
              <a:pathLst>
                <a:path w="13894246" h="1246944">
                  <a:moveTo>
                    <a:pt x="0" y="0"/>
                  </a:moveTo>
                  <a:lnTo>
                    <a:pt x="13894246" y="0"/>
                  </a:lnTo>
                  <a:lnTo>
                    <a:pt x="13894246" y="1246944"/>
                  </a:lnTo>
                  <a:lnTo>
                    <a:pt x="0" y="1246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3894247" cy="1332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86"/>
                </a:lnSpc>
              </a:pPr>
              <a:r>
                <a:rPr lang="en-US" sz="2349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how testing works with a simple use-case of finding bugs inside a basic app.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614131" y="3727624"/>
            <a:ext cx="1237822" cy="1402813"/>
          </a:xfrm>
          <a:custGeom>
            <a:avLst/>
            <a:gdLst/>
            <a:ahLst/>
            <a:cxnLst/>
            <a:rect l="l" t="t" r="r" b="b"/>
            <a:pathLst>
              <a:path w="1237822" h="1402813">
                <a:moveTo>
                  <a:pt x="0" y="0"/>
                </a:moveTo>
                <a:lnTo>
                  <a:pt x="1237823" y="0"/>
                </a:lnTo>
                <a:lnTo>
                  <a:pt x="1237823" y="1402813"/>
                </a:lnTo>
                <a:lnTo>
                  <a:pt x="0" y="14028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60" b="-316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223206" y="4161317"/>
            <a:ext cx="6649270" cy="535428"/>
            <a:chOff x="0" y="0"/>
            <a:chExt cx="8865693" cy="7139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65693" cy="713904"/>
            </a:xfrm>
            <a:custGeom>
              <a:avLst/>
              <a:gdLst/>
              <a:ahLst/>
              <a:cxnLst/>
              <a:rect l="l" t="t" r="r" b="b"/>
              <a:pathLst>
                <a:path w="8865693" h="713904">
                  <a:moveTo>
                    <a:pt x="0" y="0"/>
                  </a:moveTo>
                  <a:lnTo>
                    <a:pt x="8865693" y="0"/>
                  </a:lnTo>
                  <a:lnTo>
                    <a:pt x="8865693" y="713904"/>
                  </a:lnTo>
                  <a:lnTo>
                    <a:pt x="0" y="713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8865693" cy="7329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2"/>
                </a:lnSpc>
              </a:pPr>
              <a:r>
                <a:rPr lang="en-US" sz="25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Set up a virtual environment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614131" y="5130437"/>
            <a:ext cx="1237822" cy="1402813"/>
          </a:xfrm>
          <a:custGeom>
            <a:avLst/>
            <a:gdLst/>
            <a:ahLst/>
            <a:cxnLst/>
            <a:rect l="l" t="t" r="r" b="b"/>
            <a:pathLst>
              <a:path w="1237822" h="1402813">
                <a:moveTo>
                  <a:pt x="0" y="0"/>
                </a:moveTo>
                <a:lnTo>
                  <a:pt x="1237823" y="0"/>
                </a:lnTo>
                <a:lnTo>
                  <a:pt x="1237823" y="1402813"/>
                </a:lnTo>
                <a:lnTo>
                  <a:pt x="0" y="14028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160" b="-316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2223206" y="5307828"/>
            <a:ext cx="8811610" cy="945003"/>
            <a:chOff x="0" y="0"/>
            <a:chExt cx="11748814" cy="12600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748814" cy="1260004"/>
            </a:xfrm>
            <a:custGeom>
              <a:avLst/>
              <a:gdLst/>
              <a:ahLst/>
              <a:cxnLst/>
              <a:rect l="l" t="t" r="r" b="b"/>
              <a:pathLst>
                <a:path w="11748814" h="1260004">
                  <a:moveTo>
                    <a:pt x="0" y="0"/>
                  </a:moveTo>
                  <a:lnTo>
                    <a:pt x="11748814" y="0"/>
                  </a:lnTo>
                  <a:lnTo>
                    <a:pt x="11748814" y="1260004"/>
                  </a:lnTo>
                  <a:lnTo>
                    <a:pt x="0" y="12600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1748814" cy="12790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2"/>
                </a:lnSpc>
              </a:pPr>
              <a:r>
                <a:rPr lang="en-US" sz="25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Create a new  file with test_ format  [test_bank.py] </a:t>
              </a:r>
              <a:r>
                <a:rPr lang="en-US" sz="2574">
                  <a:solidFill>
                    <a:srgbClr val="204C8E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​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614131" y="6533249"/>
            <a:ext cx="1237822" cy="1402813"/>
          </a:xfrm>
          <a:custGeom>
            <a:avLst/>
            <a:gdLst/>
            <a:ahLst/>
            <a:cxnLst/>
            <a:rect l="l" t="t" r="r" b="b"/>
            <a:pathLst>
              <a:path w="1237822" h="1402813">
                <a:moveTo>
                  <a:pt x="0" y="0"/>
                </a:moveTo>
                <a:lnTo>
                  <a:pt x="1237823" y="0"/>
                </a:lnTo>
                <a:lnTo>
                  <a:pt x="1237823" y="1402813"/>
                </a:lnTo>
                <a:lnTo>
                  <a:pt x="0" y="14028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160" b="-316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223206" y="6966942"/>
            <a:ext cx="8123434" cy="535428"/>
            <a:chOff x="0" y="0"/>
            <a:chExt cx="10831246" cy="7139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31246" cy="713904"/>
            </a:xfrm>
            <a:custGeom>
              <a:avLst/>
              <a:gdLst/>
              <a:ahLst/>
              <a:cxnLst/>
              <a:rect l="l" t="t" r="r" b="b"/>
              <a:pathLst>
                <a:path w="10831246" h="713904">
                  <a:moveTo>
                    <a:pt x="0" y="0"/>
                  </a:moveTo>
                  <a:lnTo>
                    <a:pt x="10831246" y="0"/>
                  </a:lnTo>
                  <a:lnTo>
                    <a:pt x="10831246" y="713904"/>
                  </a:lnTo>
                  <a:lnTo>
                    <a:pt x="0" y="713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0831246" cy="7329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2"/>
                </a:lnSpc>
              </a:pPr>
              <a:r>
                <a:rPr lang="en-US" sz="25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Set the input values for your test cases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614131" y="7936062"/>
            <a:ext cx="1237822" cy="1322238"/>
          </a:xfrm>
          <a:custGeom>
            <a:avLst/>
            <a:gdLst/>
            <a:ahLst/>
            <a:cxnLst/>
            <a:rect l="l" t="t" r="r" b="b"/>
            <a:pathLst>
              <a:path w="1237822" h="1322238">
                <a:moveTo>
                  <a:pt x="0" y="0"/>
                </a:moveTo>
                <a:lnTo>
                  <a:pt x="1237823" y="0"/>
                </a:lnTo>
                <a:lnTo>
                  <a:pt x="1237823" y="1322238"/>
                </a:lnTo>
                <a:lnTo>
                  <a:pt x="0" y="1322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003" b="-3642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223206" y="8257776"/>
            <a:ext cx="9206794" cy="769029"/>
            <a:chOff x="0" y="0"/>
            <a:chExt cx="12275725" cy="10253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275725" cy="1025372"/>
            </a:xfrm>
            <a:custGeom>
              <a:avLst/>
              <a:gdLst/>
              <a:ahLst/>
              <a:cxnLst/>
              <a:rect l="l" t="t" r="r" b="b"/>
              <a:pathLst>
                <a:path w="12275725" h="1025372">
                  <a:moveTo>
                    <a:pt x="0" y="0"/>
                  </a:moveTo>
                  <a:lnTo>
                    <a:pt x="12275725" y="0"/>
                  </a:lnTo>
                  <a:lnTo>
                    <a:pt x="12275725" y="1025372"/>
                  </a:lnTo>
                  <a:lnTo>
                    <a:pt x="0" y="1025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2275725" cy="1044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2"/>
                </a:lnSpc>
              </a:pPr>
              <a:r>
                <a:rPr lang="en-US" sz="25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Run the testing framework [pytest or pytest -V]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2273648"/>
          </a:xfrm>
          <a:custGeom>
            <a:avLst/>
            <a:gdLst/>
            <a:ahLst/>
            <a:cxnLst/>
            <a:rect l="l" t="t" r="r" b="b"/>
            <a:pathLst>
              <a:path w="18288000" h="2273648">
                <a:moveTo>
                  <a:pt x="0" y="0"/>
                </a:moveTo>
                <a:lnTo>
                  <a:pt x="18288000" y="0"/>
                </a:lnTo>
                <a:lnTo>
                  <a:pt x="18288000" y="2273648"/>
                </a:lnTo>
                <a:lnTo>
                  <a:pt x="0" y="2273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2" b="-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31775" y="2576988"/>
            <a:ext cx="7153287" cy="768044"/>
            <a:chOff x="0" y="0"/>
            <a:chExt cx="9537716" cy="10240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37716" cy="1024059"/>
            </a:xfrm>
            <a:custGeom>
              <a:avLst/>
              <a:gdLst/>
              <a:ahLst/>
              <a:cxnLst/>
              <a:rect l="l" t="t" r="r" b="b"/>
              <a:pathLst>
                <a:path w="9537716" h="1024059">
                  <a:moveTo>
                    <a:pt x="0" y="0"/>
                  </a:moveTo>
                  <a:lnTo>
                    <a:pt x="9537716" y="0"/>
                  </a:lnTo>
                  <a:lnTo>
                    <a:pt x="9537716" y="1024059"/>
                  </a:lnTo>
                  <a:lnTo>
                    <a:pt x="0" y="1024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537716" cy="1052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24"/>
                </a:lnSpc>
              </a:pPr>
              <a:r>
                <a:rPr lang="en-US" sz="3699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Real-World Scenarios: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1775" y="3452217"/>
            <a:ext cx="17024449" cy="3087738"/>
            <a:chOff x="0" y="0"/>
            <a:chExt cx="22699265" cy="411698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22686519" cy="4104259"/>
            </a:xfrm>
            <a:custGeom>
              <a:avLst/>
              <a:gdLst/>
              <a:ahLst/>
              <a:cxnLst/>
              <a:rect l="l" t="t" r="r" b="b"/>
              <a:pathLst>
                <a:path w="22686519" h="4104259">
                  <a:moveTo>
                    <a:pt x="0" y="101854"/>
                  </a:moveTo>
                  <a:cubicBezTo>
                    <a:pt x="0" y="45593"/>
                    <a:pt x="45720" y="0"/>
                    <a:pt x="102108" y="0"/>
                  </a:cubicBezTo>
                  <a:lnTo>
                    <a:pt x="22584411" y="0"/>
                  </a:lnTo>
                  <a:cubicBezTo>
                    <a:pt x="22640798" y="0"/>
                    <a:pt x="22686519" y="45593"/>
                    <a:pt x="22686519" y="101854"/>
                  </a:cubicBezTo>
                  <a:lnTo>
                    <a:pt x="22686519" y="4002405"/>
                  </a:lnTo>
                  <a:cubicBezTo>
                    <a:pt x="22686519" y="4058666"/>
                    <a:pt x="22640798" y="4104259"/>
                    <a:pt x="22584411" y="4104259"/>
                  </a:cubicBezTo>
                  <a:lnTo>
                    <a:pt x="102108" y="4104259"/>
                  </a:lnTo>
                  <a:cubicBezTo>
                    <a:pt x="45720" y="4104259"/>
                    <a:pt x="0" y="4058666"/>
                    <a:pt x="0" y="4002405"/>
                  </a:cubicBezTo>
                  <a:close/>
                </a:path>
              </a:pathLst>
            </a:custGeom>
            <a:solidFill>
              <a:srgbClr val="FF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22699219" cy="4116959"/>
            </a:xfrm>
            <a:custGeom>
              <a:avLst/>
              <a:gdLst/>
              <a:ahLst/>
              <a:cxnLst/>
              <a:rect l="l" t="t" r="r" b="b"/>
              <a:pathLst>
                <a:path w="22699219" h="4116959">
                  <a:moveTo>
                    <a:pt x="0" y="108204"/>
                  </a:moveTo>
                  <a:cubicBezTo>
                    <a:pt x="0" y="48387"/>
                    <a:pt x="48641" y="0"/>
                    <a:pt x="108458" y="0"/>
                  </a:cubicBezTo>
                  <a:lnTo>
                    <a:pt x="22590761" y="0"/>
                  </a:lnTo>
                  <a:lnTo>
                    <a:pt x="22590761" y="6350"/>
                  </a:lnTo>
                  <a:lnTo>
                    <a:pt x="22590761" y="0"/>
                  </a:lnTo>
                  <a:cubicBezTo>
                    <a:pt x="22650704" y="0"/>
                    <a:pt x="22699219" y="48387"/>
                    <a:pt x="22699219" y="108204"/>
                  </a:cubicBezTo>
                  <a:lnTo>
                    <a:pt x="22692869" y="108204"/>
                  </a:lnTo>
                  <a:lnTo>
                    <a:pt x="22699219" y="108204"/>
                  </a:lnTo>
                  <a:lnTo>
                    <a:pt x="22699219" y="4008755"/>
                  </a:lnTo>
                  <a:lnTo>
                    <a:pt x="22692869" y="4008755"/>
                  </a:lnTo>
                  <a:lnTo>
                    <a:pt x="22699219" y="4008755"/>
                  </a:lnTo>
                  <a:cubicBezTo>
                    <a:pt x="22699219" y="4068572"/>
                    <a:pt x="22650577" y="4116959"/>
                    <a:pt x="22590761" y="4116959"/>
                  </a:cubicBezTo>
                  <a:lnTo>
                    <a:pt x="22590761" y="4110609"/>
                  </a:lnTo>
                  <a:lnTo>
                    <a:pt x="22590761" y="4116959"/>
                  </a:lnTo>
                  <a:lnTo>
                    <a:pt x="108458" y="4116959"/>
                  </a:lnTo>
                  <a:lnTo>
                    <a:pt x="108458" y="4110609"/>
                  </a:lnTo>
                  <a:lnTo>
                    <a:pt x="108458" y="4116959"/>
                  </a:lnTo>
                  <a:cubicBezTo>
                    <a:pt x="48514" y="4116959"/>
                    <a:pt x="0" y="4068572"/>
                    <a:pt x="0" y="4008755"/>
                  </a:cubicBezTo>
                  <a:lnTo>
                    <a:pt x="0" y="108204"/>
                  </a:lnTo>
                  <a:lnTo>
                    <a:pt x="6350" y="108204"/>
                  </a:lnTo>
                  <a:lnTo>
                    <a:pt x="0" y="108204"/>
                  </a:lnTo>
                  <a:moveTo>
                    <a:pt x="12700" y="108204"/>
                  </a:moveTo>
                  <a:lnTo>
                    <a:pt x="12700" y="4008755"/>
                  </a:lnTo>
                  <a:lnTo>
                    <a:pt x="6350" y="4008755"/>
                  </a:lnTo>
                  <a:lnTo>
                    <a:pt x="12700" y="4008755"/>
                  </a:lnTo>
                  <a:cubicBezTo>
                    <a:pt x="12700" y="4061460"/>
                    <a:pt x="55626" y="4104259"/>
                    <a:pt x="108458" y="4104259"/>
                  </a:cubicBezTo>
                  <a:lnTo>
                    <a:pt x="22590761" y="4104259"/>
                  </a:lnTo>
                  <a:cubicBezTo>
                    <a:pt x="22643720" y="4104259"/>
                    <a:pt x="22686519" y="4061460"/>
                    <a:pt x="22686519" y="4008755"/>
                  </a:cubicBezTo>
                  <a:lnTo>
                    <a:pt x="22686519" y="108204"/>
                  </a:lnTo>
                  <a:cubicBezTo>
                    <a:pt x="22686519" y="55499"/>
                    <a:pt x="22643593" y="12700"/>
                    <a:pt x="22590761" y="12700"/>
                  </a:cubicBezTo>
                  <a:lnTo>
                    <a:pt x="108458" y="12700"/>
                  </a:lnTo>
                  <a:lnTo>
                    <a:pt x="108458" y="6350"/>
                  </a:lnTo>
                  <a:lnTo>
                    <a:pt x="108458" y="12700"/>
                  </a:lnTo>
                  <a:cubicBezTo>
                    <a:pt x="55626" y="12700"/>
                    <a:pt x="12700" y="55499"/>
                    <a:pt x="12700" y="108204"/>
                  </a:cubicBezTo>
                  <a:close/>
                </a:path>
              </a:pathLst>
            </a:custGeom>
            <a:solidFill>
              <a:srgbClr val="E5CB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7931" y="3452217"/>
            <a:ext cx="4837532" cy="615835"/>
            <a:chOff x="0" y="0"/>
            <a:chExt cx="6450043" cy="8211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50043" cy="821113"/>
            </a:xfrm>
            <a:custGeom>
              <a:avLst/>
              <a:gdLst/>
              <a:ahLst/>
              <a:cxnLst/>
              <a:rect l="l" t="t" r="r" b="b"/>
              <a:pathLst>
                <a:path w="6450043" h="821113">
                  <a:moveTo>
                    <a:pt x="0" y="0"/>
                  </a:moveTo>
                  <a:lnTo>
                    <a:pt x="6450043" y="0"/>
                  </a:lnTo>
                  <a:lnTo>
                    <a:pt x="6450043" y="821113"/>
                  </a:lnTo>
                  <a:lnTo>
                    <a:pt x="0" y="821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6450043" cy="830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000000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Startup org:  MVP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7931" y="4116437"/>
            <a:ext cx="16632139" cy="821842"/>
            <a:chOff x="0" y="0"/>
            <a:chExt cx="22176185" cy="10957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Scenario: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 small startup developing a web app using </a:t>
              </a: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 &amp; Node.js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7931" y="4761905"/>
            <a:ext cx="16632139" cy="821842"/>
            <a:chOff x="0" y="0"/>
            <a:chExt cx="22176185" cy="10957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Challenge: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They need a quick, easy-to-set-up framework with good community support.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7931" y="5407372"/>
            <a:ext cx="16632139" cy="821842"/>
            <a:chOff x="0" y="0"/>
            <a:chExt cx="22176185" cy="10957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Solution: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Use Jest (fast setup, supports frontend &amp; backend testing).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7931" y="6052840"/>
            <a:ext cx="16632139" cy="393217"/>
            <a:chOff x="0" y="0"/>
            <a:chExt cx="22176185" cy="52428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176184" cy="524289"/>
            </a:xfrm>
            <a:custGeom>
              <a:avLst/>
              <a:gdLst/>
              <a:ahLst/>
              <a:cxnLst/>
              <a:rect l="l" t="t" r="r" b="b"/>
              <a:pathLst>
                <a:path w="22176184" h="524289">
                  <a:moveTo>
                    <a:pt x="0" y="0"/>
                  </a:moveTo>
                  <a:lnTo>
                    <a:pt x="22176184" y="0"/>
                  </a:lnTo>
                  <a:lnTo>
                    <a:pt x="22176184" y="524289"/>
                  </a:lnTo>
                  <a:lnTo>
                    <a:pt x="0" y="524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2176185" cy="610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Outcome: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 startup quickly integrates Jest and releases the MVP on time.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1775" y="6712297"/>
            <a:ext cx="17024449" cy="3087737"/>
            <a:chOff x="0" y="0"/>
            <a:chExt cx="22699265" cy="411698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22686519" cy="4104259"/>
            </a:xfrm>
            <a:custGeom>
              <a:avLst/>
              <a:gdLst/>
              <a:ahLst/>
              <a:cxnLst/>
              <a:rect l="l" t="t" r="r" b="b"/>
              <a:pathLst>
                <a:path w="22686519" h="4104259">
                  <a:moveTo>
                    <a:pt x="0" y="101854"/>
                  </a:moveTo>
                  <a:cubicBezTo>
                    <a:pt x="0" y="45593"/>
                    <a:pt x="45720" y="0"/>
                    <a:pt x="102108" y="0"/>
                  </a:cubicBezTo>
                  <a:lnTo>
                    <a:pt x="22584411" y="0"/>
                  </a:lnTo>
                  <a:cubicBezTo>
                    <a:pt x="22640798" y="0"/>
                    <a:pt x="22686519" y="45593"/>
                    <a:pt x="22686519" y="101854"/>
                  </a:cubicBezTo>
                  <a:lnTo>
                    <a:pt x="22686519" y="4002405"/>
                  </a:lnTo>
                  <a:cubicBezTo>
                    <a:pt x="22686519" y="4058666"/>
                    <a:pt x="22640798" y="4104259"/>
                    <a:pt x="22584411" y="4104259"/>
                  </a:cubicBezTo>
                  <a:lnTo>
                    <a:pt x="102108" y="4104259"/>
                  </a:lnTo>
                  <a:cubicBezTo>
                    <a:pt x="45720" y="4104259"/>
                    <a:pt x="0" y="4058666"/>
                    <a:pt x="0" y="4002405"/>
                  </a:cubicBezTo>
                  <a:close/>
                </a:path>
              </a:pathLst>
            </a:custGeom>
            <a:solidFill>
              <a:srgbClr val="FFE5E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22699219" cy="4116959"/>
            </a:xfrm>
            <a:custGeom>
              <a:avLst/>
              <a:gdLst/>
              <a:ahLst/>
              <a:cxnLst/>
              <a:rect l="l" t="t" r="r" b="b"/>
              <a:pathLst>
                <a:path w="22699219" h="4116959">
                  <a:moveTo>
                    <a:pt x="0" y="108204"/>
                  </a:moveTo>
                  <a:cubicBezTo>
                    <a:pt x="0" y="48387"/>
                    <a:pt x="48641" y="0"/>
                    <a:pt x="108458" y="0"/>
                  </a:cubicBezTo>
                  <a:lnTo>
                    <a:pt x="22590761" y="0"/>
                  </a:lnTo>
                  <a:lnTo>
                    <a:pt x="22590761" y="6350"/>
                  </a:lnTo>
                  <a:lnTo>
                    <a:pt x="22590761" y="0"/>
                  </a:lnTo>
                  <a:cubicBezTo>
                    <a:pt x="22650704" y="0"/>
                    <a:pt x="22699219" y="48387"/>
                    <a:pt x="22699219" y="108204"/>
                  </a:cubicBezTo>
                  <a:lnTo>
                    <a:pt x="22692869" y="108204"/>
                  </a:lnTo>
                  <a:lnTo>
                    <a:pt x="22699219" y="108204"/>
                  </a:lnTo>
                  <a:lnTo>
                    <a:pt x="22699219" y="4008755"/>
                  </a:lnTo>
                  <a:lnTo>
                    <a:pt x="22692869" y="4008755"/>
                  </a:lnTo>
                  <a:lnTo>
                    <a:pt x="22699219" y="4008755"/>
                  </a:lnTo>
                  <a:cubicBezTo>
                    <a:pt x="22699219" y="4068572"/>
                    <a:pt x="22650577" y="4116959"/>
                    <a:pt x="22590761" y="4116959"/>
                  </a:cubicBezTo>
                  <a:lnTo>
                    <a:pt x="22590761" y="4110609"/>
                  </a:lnTo>
                  <a:lnTo>
                    <a:pt x="22590761" y="4116959"/>
                  </a:lnTo>
                  <a:lnTo>
                    <a:pt x="108458" y="4116959"/>
                  </a:lnTo>
                  <a:lnTo>
                    <a:pt x="108458" y="4110609"/>
                  </a:lnTo>
                  <a:lnTo>
                    <a:pt x="108458" y="4116959"/>
                  </a:lnTo>
                  <a:cubicBezTo>
                    <a:pt x="48514" y="4116959"/>
                    <a:pt x="0" y="4068572"/>
                    <a:pt x="0" y="4008755"/>
                  </a:cubicBezTo>
                  <a:lnTo>
                    <a:pt x="0" y="108204"/>
                  </a:lnTo>
                  <a:lnTo>
                    <a:pt x="6350" y="108204"/>
                  </a:lnTo>
                  <a:lnTo>
                    <a:pt x="0" y="108204"/>
                  </a:lnTo>
                  <a:moveTo>
                    <a:pt x="12700" y="108204"/>
                  </a:moveTo>
                  <a:lnTo>
                    <a:pt x="12700" y="4008755"/>
                  </a:lnTo>
                  <a:lnTo>
                    <a:pt x="6350" y="4008755"/>
                  </a:lnTo>
                  <a:lnTo>
                    <a:pt x="12700" y="4008755"/>
                  </a:lnTo>
                  <a:cubicBezTo>
                    <a:pt x="12700" y="4061460"/>
                    <a:pt x="55626" y="4104259"/>
                    <a:pt x="108458" y="4104259"/>
                  </a:cubicBezTo>
                  <a:lnTo>
                    <a:pt x="22590761" y="4104259"/>
                  </a:lnTo>
                  <a:cubicBezTo>
                    <a:pt x="22643720" y="4104259"/>
                    <a:pt x="22686519" y="4061460"/>
                    <a:pt x="22686519" y="4008755"/>
                  </a:cubicBezTo>
                  <a:lnTo>
                    <a:pt x="22686519" y="108204"/>
                  </a:lnTo>
                  <a:cubicBezTo>
                    <a:pt x="22686519" y="55499"/>
                    <a:pt x="22643593" y="12700"/>
                    <a:pt x="22590761" y="12700"/>
                  </a:cubicBezTo>
                  <a:lnTo>
                    <a:pt x="108458" y="12700"/>
                  </a:lnTo>
                  <a:lnTo>
                    <a:pt x="108458" y="6350"/>
                  </a:lnTo>
                  <a:lnTo>
                    <a:pt x="108458" y="12700"/>
                  </a:lnTo>
                  <a:cubicBezTo>
                    <a:pt x="55626" y="12700"/>
                    <a:pt x="12700" y="55499"/>
                    <a:pt x="12700" y="108204"/>
                  </a:cubicBezTo>
                  <a:close/>
                </a:path>
              </a:pathLst>
            </a:custGeom>
            <a:solidFill>
              <a:srgbClr val="E5CB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7931" y="6760683"/>
            <a:ext cx="7647826" cy="615835"/>
            <a:chOff x="0" y="0"/>
            <a:chExt cx="10197102" cy="8211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197101" cy="821113"/>
            </a:xfrm>
            <a:custGeom>
              <a:avLst/>
              <a:gdLst/>
              <a:ahLst/>
              <a:cxnLst/>
              <a:rect l="l" t="t" r="r" b="b"/>
              <a:pathLst>
                <a:path w="10197101" h="821113">
                  <a:moveTo>
                    <a:pt x="0" y="0"/>
                  </a:moveTo>
                  <a:lnTo>
                    <a:pt x="10197101" y="0"/>
                  </a:lnTo>
                  <a:lnTo>
                    <a:pt x="10197101" y="821113"/>
                  </a:lnTo>
                  <a:lnTo>
                    <a:pt x="0" y="821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0197102" cy="830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000000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Banking System Development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7931" y="7376517"/>
            <a:ext cx="16632139" cy="821842"/>
            <a:chOff x="0" y="0"/>
            <a:chExt cx="22176185" cy="109578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Scenario: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 financial institution developing a </a:t>
              </a: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secure Java-based banking system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7931" y="8021985"/>
            <a:ext cx="16632139" cy="821842"/>
            <a:chOff x="0" y="0"/>
            <a:chExt cx="22176185" cy="109578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Challenge: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They need strict </a:t>
              </a: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checking, unit tests, and integration tests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to ensure security.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7931" y="8667452"/>
            <a:ext cx="16632139" cy="821842"/>
            <a:chOff x="0" y="0"/>
            <a:chExt cx="22176185" cy="109578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76184" cy="1095789"/>
            </a:xfrm>
            <a:custGeom>
              <a:avLst/>
              <a:gdLst/>
              <a:ahLst/>
              <a:cxnLst/>
              <a:rect l="l" t="t" r="r" b="b"/>
              <a:pathLst>
                <a:path w="22176184" h="1095789">
                  <a:moveTo>
                    <a:pt x="0" y="0"/>
                  </a:moveTo>
                  <a:lnTo>
                    <a:pt x="22176184" y="0"/>
                  </a:lnTo>
                  <a:lnTo>
                    <a:pt x="22176184" y="1095789"/>
                  </a:lnTo>
                  <a:lnTo>
                    <a:pt x="0" y="1095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22176185" cy="1181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Solution: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Use JUnit with Mockito for effective testing and mocking.</a:t>
              </a:r>
            </a:p>
            <a:p>
              <a:pPr marL="312934" lvl="1" indent="-156467" algn="l">
                <a:lnSpc>
                  <a:spcPts val="3395"/>
                </a:lnSpc>
              </a:pPr>
              <a:endParaRPr lang="en-US" sz="207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7931" y="9312920"/>
            <a:ext cx="16632139" cy="393217"/>
            <a:chOff x="0" y="0"/>
            <a:chExt cx="22176185" cy="52428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76184" cy="524289"/>
            </a:xfrm>
            <a:custGeom>
              <a:avLst/>
              <a:gdLst/>
              <a:ahLst/>
              <a:cxnLst/>
              <a:rect l="l" t="t" r="r" b="b"/>
              <a:pathLst>
                <a:path w="22176184" h="524289">
                  <a:moveTo>
                    <a:pt x="0" y="0"/>
                  </a:moveTo>
                  <a:lnTo>
                    <a:pt x="22176184" y="0"/>
                  </a:lnTo>
                  <a:lnTo>
                    <a:pt x="22176184" y="524289"/>
                  </a:lnTo>
                  <a:lnTo>
                    <a:pt x="0" y="524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22176185" cy="610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2934" lvl="1" indent="-156467" algn="l">
                <a:lnSpc>
                  <a:spcPts val="3395"/>
                </a:lnSpc>
                <a:buFont typeface="Arial"/>
                <a:buChar char="•"/>
              </a:pPr>
              <a:r>
                <a:rPr lang="en-US" sz="2074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Outcome:</a:t>
              </a:r>
              <a:r>
                <a:rPr lang="en-US" sz="20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 system passes security audits and is deployed without critical bugs.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424" y="534632"/>
            <a:ext cx="13192125" cy="999300"/>
            <a:chOff x="0" y="0"/>
            <a:chExt cx="17589500" cy="1332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89500" cy="1332399"/>
            </a:xfrm>
            <a:custGeom>
              <a:avLst/>
              <a:gdLst/>
              <a:ahLst/>
              <a:cxnLst/>
              <a:rect l="l" t="t" r="r" b="b"/>
              <a:pathLst>
                <a:path w="17589500" h="1332399">
                  <a:moveTo>
                    <a:pt x="0" y="0"/>
                  </a:moveTo>
                  <a:lnTo>
                    <a:pt x="17589500" y="0"/>
                  </a:lnTo>
                  <a:lnTo>
                    <a:pt x="17589500" y="1332399"/>
                  </a:lnTo>
                  <a:lnTo>
                    <a:pt x="0" y="13323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7589500" cy="1360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62"/>
                </a:lnSpc>
              </a:pPr>
              <a:r>
                <a:rPr lang="en-US" sz="481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Writing Unit Tests: AAA Pattern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424" y="1773139"/>
            <a:ext cx="16643151" cy="469999"/>
            <a:chOff x="0" y="0"/>
            <a:chExt cx="22190868" cy="6266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90869" cy="626665"/>
            </a:xfrm>
            <a:custGeom>
              <a:avLst/>
              <a:gdLst/>
              <a:ahLst/>
              <a:cxnLst/>
              <a:rect l="l" t="t" r="r" b="b"/>
              <a:pathLst>
                <a:path w="22190869" h="626665">
                  <a:moveTo>
                    <a:pt x="0" y="0"/>
                  </a:moveTo>
                  <a:lnTo>
                    <a:pt x="22190869" y="0"/>
                  </a:lnTo>
                  <a:lnTo>
                    <a:pt x="22190869" y="626665"/>
                  </a:lnTo>
                  <a:lnTo>
                    <a:pt x="0" y="6266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2190868" cy="721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8752" lvl="1" indent="-174376" algn="l">
                <a:lnSpc>
                  <a:spcPts val="3747"/>
                </a:lnSpc>
                <a:buFont typeface="Arial"/>
                <a:buChar char="•"/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When writing unit tests, following a structured approach ensures clarity.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424" y="2325291"/>
            <a:ext cx="16643151" cy="469999"/>
            <a:chOff x="0" y="0"/>
            <a:chExt cx="22190868" cy="6266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90869" cy="626665"/>
            </a:xfrm>
            <a:custGeom>
              <a:avLst/>
              <a:gdLst/>
              <a:ahLst/>
              <a:cxnLst/>
              <a:rect l="l" t="t" r="r" b="b"/>
              <a:pathLst>
                <a:path w="22190869" h="626665">
                  <a:moveTo>
                    <a:pt x="0" y="0"/>
                  </a:moveTo>
                  <a:lnTo>
                    <a:pt x="22190869" y="0"/>
                  </a:lnTo>
                  <a:lnTo>
                    <a:pt x="22190869" y="626665"/>
                  </a:lnTo>
                  <a:lnTo>
                    <a:pt x="0" y="6266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2190868" cy="721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8752" lvl="1" indent="-174376" algn="l">
                <a:lnSpc>
                  <a:spcPts val="3747"/>
                </a:lnSpc>
                <a:buFont typeface="Arial"/>
                <a:buChar char="•"/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One of the most widely used testing patterns is </a:t>
              </a:r>
              <a:r>
                <a:rPr lang="en-US" sz="2312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AAA (Arrange, Act, Assert)</a:t>
              </a: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7661" y="3319165"/>
            <a:ext cx="538162" cy="538162"/>
            <a:chOff x="0" y="0"/>
            <a:chExt cx="717550" cy="717550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1229" y="3356372"/>
            <a:ext cx="371029" cy="463749"/>
            <a:chOff x="0" y="0"/>
            <a:chExt cx="494705" cy="6183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86061" y="3323927"/>
            <a:ext cx="3092202" cy="386506"/>
            <a:chOff x="0" y="0"/>
            <a:chExt cx="4122937" cy="5153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22937" cy="515342"/>
            </a:xfrm>
            <a:custGeom>
              <a:avLst/>
              <a:gdLst/>
              <a:ahLst/>
              <a:cxnLst/>
              <a:rect l="l" t="t" r="r" b="b"/>
              <a:pathLst>
                <a:path w="4122937" h="515342">
                  <a:moveTo>
                    <a:pt x="0" y="0"/>
                  </a:moveTo>
                  <a:lnTo>
                    <a:pt x="4122937" y="0"/>
                  </a:lnTo>
                  <a:lnTo>
                    <a:pt x="412293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122937" cy="534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Arrange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86061" y="3851374"/>
            <a:ext cx="4627364" cy="862000"/>
            <a:chOff x="0" y="0"/>
            <a:chExt cx="6169818" cy="11493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69818" cy="1149333"/>
            </a:xfrm>
            <a:custGeom>
              <a:avLst/>
              <a:gdLst/>
              <a:ahLst/>
              <a:cxnLst/>
              <a:rect l="l" t="t" r="r" b="b"/>
              <a:pathLst>
                <a:path w="6169818" h="1149333">
                  <a:moveTo>
                    <a:pt x="0" y="0"/>
                  </a:moveTo>
                  <a:lnTo>
                    <a:pt x="6169818" y="0"/>
                  </a:lnTo>
                  <a:lnTo>
                    <a:pt x="6169818" y="1149333"/>
                  </a:lnTo>
                  <a:lnTo>
                    <a:pt x="0" y="114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6169818" cy="1244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Set up the test data such as objects, variables, or mock data.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84574" y="4885135"/>
            <a:ext cx="4627364" cy="414325"/>
            <a:chOff x="0" y="0"/>
            <a:chExt cx="6169818" cy="5524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169818" cy="552433"/>
            </a:xfrm>
            <a:custGeom>
              <a:avLst/>
              <a:gdLst/>
              <a:ahLst/>
              <a:cxnLst/>
              <a:rect l="l" t="t" r="r" b="b"/>
              <a:pathLst>
                <a:path w="6169818" h="552433">
                  <a:moveTo>
                    <a:pt x="0" y="0"/>
                  </a:moveTo>
                  <a:lnTo>
                    <a:pt x="6169818" y="0"/>
                  </a:lnTo>
                  <a:lnTo>
                    <a:pt x="6169818" y="552433"/>
                  </a:lnTo>
                  <a:lnTo>
                    <a:pt x="0" y="55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6169818" cy="647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 b="1" u="sng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Sample: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84574" y="5371833"/>
            <a:ext cx="4627364" cy="862000"/>
            <a:chOff x="0" y="0"/>
            <a:chExt cx="6169818" cy="11493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169818" cy="1149333"/>
            </a:xfrm>
            <a:custGeom>
              <a:avLst/>
              <a:gdLst/>
              <a:ahLst/>
              <a:cxnLst/>
              <a:rect l="l" t="t" r="r" b="b"/>
              <a:pathLst>
                <a:path w="6169818" h="1149333">
                  <a:moveTo>
                    <a:pt x="0" y="0"/>
                  </a:moveTo>
                  <a:lnTo>
                    <a:pt x="6169818" y="0"/>
                  </a:lnTo>
                  <a:lnTo>
                    <a:pt x="6169818" y="1149333"/>
                  </a:lnTo>
                  <a:lnTo>
                    <a:pt x="0" y="114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6169818" cy="1244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user = User(name="Alice") # Creating a user object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43662" y="3319165"/>
            <a:ext cx="538162" cy="538162"/>
            <a:chOff x="0" y="0"/>
            <a:chExt cx="717550" cy="717550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27230" y="3356372"/>
            <a:ext cx="371029" cy="463749"/>
            <a:chOff x="0" y="0"/>
            <a:chExt cx="494705" cy="6183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12062" y="3323927"/>
            <a:ext cx="3092202" cy="386506"/>
            <a:chOff x="0" y="0"/>
            <a:chExt cx="4122937" cy="5153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122937" cy="515342"/>
            </a:xfrm>
            <a:custGeom>
              <a:avLst/>
              <a:gdLst/>
              <a:ahLst/>
              <a:cxnLst/>
              <a:rect l="l" t="t" r="r" b="b"/>
              <a:pathLst>
                <a:path w="4122937" h="515342">
                  <a:moveTo>
                    <a:pt x="0" y="0"/>
                  </a:moveTo>
                  <a:lnTo>
                    <a:pt x="4122937" y="0"/>
                  </a:lnTo>
                  <a:lnTo>
                    <a:pt x="412293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4122937" cy="534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Act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12062" y="3851374"/>
            <a:ext cx="4627364" cy="414325"/>
            <a:chOff x="0" y="0"/>
            <a:chExt cx="6169818" cy="5524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169818" cy="552433"/>
            </a:xfrm>
            <a:custGeom>
              <a:avLst/>
              <a:gdLst/>
              <a:ahLst/>
              <a:cxnLst/>
              <a:rect l="l" t="t" r="r" b="b"/>
              <a:pathLst>
                <a:path w="6169818" h="552433">
                  <a:moveTo>
                    <a:pt x="0" y="0"/>
                  </a:moveTo>
                  <a:lnTo>
                    <a:pt x="6169818" y="0"/>
                  </a:lnTo>
                  <a:lnTo>
                    <a:pt x="6169818" y="552433"/>
                  </a:lnTo>
                  <a:lnTo>
                    <a:pt x="0" y="55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6169818" cy="647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Execute the function under test.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12062" y="4470810"/>
            <a:ext cx="4627364" cy="414325"/>
            <a:chOff x="0" y="0"/>
            <a:chExt cx="6169818" cy="5524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169818" cy="552433"/>
            </a:xfrm>
            <a:custGeom>
              <a:avLst/>
              <a:gdLst/>
              <a:ahLst/>
              <a:cxnLst/>
              <a:rect l="l" t="t" r="r" b="b"/>
              <a:pathLst>
                <a:path w="6169818" h="552433">
                  <a:moveTo>
                    <a:pt x="0" y="0"/>
                  </a:moveTo>
                  <a:lnTo>
                    <a:pt x="6169818" y="0"/>
                  </a:lnTo>
                  <a:lnTo>
                    <a:pt x="6169818" y="552433"/>
                  </a:lnTo>
                  <a:lnTo>
                    <a:pt x="0" y="55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6169818" cy="647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 b="1" u="sng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Sample: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12062" y="5028010"/>
            <a:ext cx="4627364" cy="862000"/>
            <a:chOff x="0" y="0"/>
            <a:chExt cx="6169818" cy="114933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169818" cy="1149333"/>
            </a:xfrm>
            <a:custGeom>
              <a:avLst/>
              <a:gdLst/>
              <a:ahLst/>
              <a:cxnLst/>
              <a:rect l="l" t="t" r="r" b="b"/>
              <a:pathLst>
                <a:path w="6169818" h="1149333">
                  <a:moveTo>
                    <a:pt x="0" y="0"/>
                  </a:moveTo>
                  <a:lnTo>
                    <a:pt x="6169818" y="0"/>
                  </a:lnTo>
                  <a:lnTo>
                    <a:pt x="6169818" y="1149333"/>
                  </a:lnTo>
                  <a:lnTo>
                    <a:pt x="0" y="114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6169818" cy="1244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result = user.get_profile() # Fetching the user profile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069664" y="3319165"/>
            <a:ext cx="538162" cy="538162"/>
            <a:chOff x="0" y="0"/>
            <a:chExt cx="717550" cy="717550"/>
          </a:xfrm>
        </p:grpSpPr>
        <p:sp>
          <p:nvSpPr>
            <p:cNvPr id="51" name="Freeform 51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153230" y="3356372"/>
            <a:ext cx="371029" cy="463749"/>
            <a:chOff x="0" y="0"/>
            <a:chExt cx="494705" cy="61833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838062" y="3323927"/>
            <a:ext cx="3092202" cy="386506"/>
            <a:chOff x="0" y="0"/>
            <a:chExt cx="4122937" cy="5153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122937" cy="515342"/>
            </a:xfrm>
            <a:custGeom>
              <a:avLst/>
              <a:gdLst/>
              <a:ahLst/>
              <a:cxnLst/>
              <a:rect l="l" t="t" r="r" b="b"/>
              <a:pathLst>
                <a:path w="4122937" h="515342">
                  <a:moveTo>
                    <a:pt x="0" y="0"/>
                  </a:moveTo>
                  <a:lnTo>
                    <a:pt x="4122937" y="0"/>
                  </a:lnTo>
                  <a:lnTo>
                    <a:pt x="4122937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4122937" cy="534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Assert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838062" y="3851374"/>
            <a:ext cx="4627364" cy="414325"/>
            <a:chOff x="0" y="0"/>
            <a:chExt cx="6169818" cy="55243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169818" cy="552433"/>
            </a:xfrm>
            <a:custGeom>
              <a:avLst/>
              <a:gdLst/>
              <a:ahLst/>
              <a:cxnLst/>
              <a:rect l="l" t="t" r="r" b="b"/>
              <a:pathLst>
                <a:path w="6169818" h="552433">
                  <a:moveTo>
                    <a:pt x="0" y="0"/>
                  </a:moveTo>
                  <a:lnTo>
                    <a:pt x="6169818" y="0"/>
                  </a:lnTo>
                  <a:lnTo>
                    <a:pt x="6169818" y="552433"/>
                  </a:lnTo>
                  <a:lnTo>
                    <a:pt x="0" y="55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0"/>
              <a:ext cx="6169818" cy="647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Verify the expected outcome.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838062" y="4470810"/>
            <a:ext cx="4627364" cy="414325"/>
            <a:chOff x="0" y="0"/>
            <a:chExt cx="6169818" cy="55243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169818" cy="552433"/>
            </a:xfrm>
            <a:custGeom>
              <a:avLst/>
              <a:gdLst/>
              <a:ahLst/>
              <a:cxnLst/>
              <a:rect l="l" t="t" r="r" b="b"/>
              <a:pathLst>
                <a:path w="6169818" h="552433">
                  <a:moveTo>
                    <a:pt x="0" y="0"/>
                  </a:moveTo>
                  <a:lnTo>
                    <a:pt x="6169818" y="0"/>
                  </a:lnTo>
                  <a:lnTo>
                    <a:pt x="6169818" y="552433"/>
                  </a:lnTo>
                  <a:lnTo>
                    <a:pt x="0" y="55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0"/>
              <a:ext cx="6169818" cy="647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 b="1" u="sng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Sample: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838062" y="5028010"/>
            <a:ext cx="4627364" cy="862000"/>
            <a:chOff x="0" y="0"/>
            <a:chExt cx="6169818" cy="114933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169818" cy="1149333"/>
            </a:xfrm>
            <a:custGeom>
              <a:avLst/>
              <a:gdLst/>
              <a:ahLst/>
              <a:cxnLst/>
              <a:rect l="l" t="t" r="r" b="b"/>
              <a:pathLst>
                <a:path w="6169818" h="1149333">
                  <a:moveTo>
                    <a:pt x="0" y="0"/>
                  </a:moveTo>
                  <a:lnTo>
                    <a:pt x="6169818" y="0"/>
                  </a:lnTo>
                  <a:lnTo>
                    <a:pt x="6169818" y="1149333"/>
                  </a:lnTo>
                  <a:lnTo>
                    <a:pt x="0" y="114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95250"/>
              <a:ext cx="6169818" cy="1244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5"/>
                </a:lnSpc>
              </a:pPr>
              <a:r>
                <a:rPr lang="en-US" sz="22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assert "Alice" in result # Ensure Alice's name appears in the profile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2424" y="6814858"/>
            <a:ext cx="8204151" cy="598551"/>
            <a:chOff x="0" y="0"/>
            <a:chExt cx="10938868" cy="79806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938869" cy="798068"/>
            </a:xfrm>
            <a:custGeom>
              <a:avLst/>
              <a:gdLst/>
              <a:ahLst/>
              <a:cxnLst/>
              <a:rect l="l" t="t" r="r" b="b"/>
              <a:pathLst>
                <a:path w="10938869" h="798068">
                  <a:moveTo>
                    <a:pt x="0" y="0"/>
                  </a:moveTo>
                  <a:lnTo>
                    <a:pt x="10938869" y="0"/>
                  </a:lnTo>
                  <a:lnTo>
                    <a:pt x="10938869" y="798068"/>
                  </a:lnTo>
                  <a:lnTo>
                    <a:pt x="0" y="798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10938868" cy="817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 u="sng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Pro Tips for Unit Tests: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17661" y="7957989"/>
            <a:ext cx="538162" cy="538162"/>
            <a:chOff x="0" y="0"/>
            <a:chExt cx="717550" cy="717550"/>
          </a:xfrm>
        </p:grpSpPr>
        <p:sp>
          <p:nvSpPr>
            <p:cNvPr id="72" name="Freeform 72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01229" y="7995196"/>
            <a:ext cx="371029" cy="463749"/>
            <a:chOff x="0" y="0"/>
            <a:chExt cx="494705" cy="61833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86061" y="7962751"/>
            <a:ext cx="3095179" cy="386506"/>
            <a:chOff x="0" y="0"/>
            <a:chExt cx="4126905" cy="51534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126905" cy="515342"/>
            </a:xfrm>
            <a:custGeom>
              <a:avLst/>
              <a:gdLst/>
              <a:ahLst/>
              <a:cxnLst/>
              <a:rect l="l" t="t" r="r" b="b"/>
              <a:pathLst>
                <a:path w="4126905" h="515342">
                  <a:moveTo>
                    <a:pt x="0" y="0"/>
                  </a:moveTo>
                  <a:lnTo>
                    <a:pt x="4126905" y="0"/>
                  </a:lnTo>
                  <a:lnTo>
                    <a:pt x="4126905" y="515342"/>
                  </a:lnTo>
                  <a:lnTo>
                    <a:pt x="0" y="515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4126905" cy="534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Test Edge Cases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037236" y="7957989"/>
            <a:ext cx="538162" cy="538162"/>
            <a:chOff x="0" y="0"/>
            <a:chExt cx="717550" cy="717550"/>
          </a:xfrm>
        </p:grpSpPr>
        <p:sp>
          <p:nvSpPr>
            <p:cNvPr id="81" name="Freeform 81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120804" y="7995196"/>
            <a:ext cx="371029" cy="463749"/>
            <a:chOff x="0" y="0"/>
            <a:chExt cx="494705" cy="61833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805636" y="7962751"/>
            <a:ext cx="3220939" cy="1159520"/>
            <a:chOff x="0" y="0"/>
            <a:chExt cx="4294585" cy="154602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294585" cy="1546027"/>
            </a:xfrm>
            <a:custGeom>
              <a:avLst/>
              <a:gdLst/>
              <a:ahLst/>
              <a:cxnLst/>
              <a:rect l="l" t="t" r="r" b="b"/>
              <a:pathLst>
                <a:path w="4294585" h="1546027">
                  <a:moveTo>
                    <a:pt x="0" y="0"/>
                  </a:moveTo>
                  <a:lnTo>
                    <a:pt x="4294585" y="0"/>
                  </a:lnTo>
                  <a:lnTo>
                    <a:pt x="4294585" y="1546027"/>
                  </a:lnTo>
                  <a:lnTo>
                    <a:pt x="0" y="1546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4294585" cy="15650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Avoid Testing Multiple Things in One Test Case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256811" y="7957989"/>
            <a:ext cx="538162" cy="538162"/>
            <a:chOff x="0" y="0"/>
            <a:chExt cx="717550" cy="717550"/>
          </a:xfrm>
        </p:grpSpPr>
        <p:sp>
          <p:nvSpPr>
            <p:cNvPr id="90" name="Freeform 90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340379" y="7995196"/>
            <a:ext cx="371029" cy="463749"/>
            <a:chOff x="0" y="0"/>
            <a:chExt cx="494705" cy="61833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025211" y="7962751"/>
            <a:ext cx="3220939" cy="773014"/>
            <a:chOff x="0" y="0"/>
            <a:chExt cx="4294585" cy="1030685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294585" cy="1030685"/>
            </a:xfrm>
            <a:custGeom>
              <a:avLst/>
              <a:gdLst/>
              <a:ahLst/>
              <a:cxnLst/>
              <a:rect l="l" t="t" r="r" b="b"/>
              <a:pathLst>
                <a:path w="4294585" h="1030685">
                  <a:moveTo>
                    <a:pt x="0" y="0"/>
                  </a:moveTo>
                  <a:lnTo>
                    <a:pt x="4294585" y="0"/>
                  </a:lnTo>
                  <a:lnTo>
                    <a:pt x="4294585" y="1030685"/>
                  </a:lnTo>
                  <a:lnTo>
                    <a:pt x="0" y="103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4294585" cy="104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Make Tests Independent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476386" y="7957989"/>
            <a:ext cx="538162" cy="538162"/>
            <a:chOff x="0" y="0"/>
            <a:chExt cx="717550" cy="717550"/>
          </a:xfrm>
        </p:grpSpPr>
        <p:sp>
          <p:nvSpPr>
            <p:cNvPr id="99" name="Freeform 99"/>
            <p:cNvSpPr/>
            <p:nvPr/>
          </p:nvSpPr>
          <p:spPr>
            <a:xfrm>
              <a:off x="6350" y="6350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573278" y="0"/>
                  </a:lnTo>
                  <a:cubicBezTo>
                    <a:pt x="645922" y="0"/>
                    <a:pt x="704850" y="58928"/>
                    <a:pt x="704850" y="131572"/>
                  </a:cubicBezTo>
                  <a:lnTo>
                    <a:pt x="704850" y="573278"/>
                  </a:lnTo>
                  <a:cubicBezTo>
                    <a:pt x="704850" y="645922"/>
                    <a:pt x="645922" y="704850"/>
                    <a:pt x="573278" y="704850"/>
                  </a:cubicBezTo>
                  <a:lnTo>
                    <a:pt x="131572" y="704850"/>
                  </a:lnTo>
                  <a:cubicBezTo>
                    <a:pt x="58928" y="704850"/>
                    <a:pt x="0" y="645922"/>
                    <a:pt x="0" y="573278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0" y="0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579628" y="0"/>
                  </a:lnTo>
                  <a:lnTo>
                    <a:pt x="579628" y="6350"/>
                  </a:lnTo>
                  <a:lnTo>
                    <a:pt x="579628" y="0"/>
                  </a:lnTo>
                  <a:cubicBezTo>
                    <a:pt x="655828" y="0"/>
                    <a:pt x="717550" y="61722"/>
                    <a:pt x="717550" y="137922"/>
                  </a:cubicBezTo>
                  <a:lnTo>
                    <a:pt x="711200" y="137922"/>
                  </a:lnTo>
                  <a:lnTo>
                    <a:pt x="717550" y="137922"/>
                  </a:lnTo>
                  <a:lnTo>
                    <a:pt x="717550" y="579628"/>
                  </a:lnTo>
                  <a:lnTo>
                    <a:pt x="711200" y="579628"/>
                  </a:lnTo>
                  <a:lnTo>
                    <a:pt x="717550" y="579628"/>
                  </a:lnTo>
                  <a:cubicBezTo>
                    <a:pt x="717550" y="655828"/>
                    <a:pt x="655828" y="717550"/>
                    <a:pt x="579628" y="717550"/>
                  </a:cubicBezTo>
                  <a:lnTo>
                    <a:pt x="579628" y="711200"/>
                  </a:lnTo>
                  <a:lnTo>
                    <a:pt x="579628" y="717550"/>
                  </a:lnTo>
                  <a:lnTo>
                    <a:pt x="137922" y="717550"/>
                  </a:lnTo>
                  <a:lnTo>
                    <a:pt x="137922" y="711200"/>
                  </a:lnTo>
                  <a:lnTo>
                    <a:pt x="137922" y="717550"/>
                  </a:lnTo>
                  <a:cubicBezTo>
                    <a:pt x="61722" y="717550"/>
                    <a:pt x="0" y="655828"/>
                    <a:pt x="0" y="579628"/>
                  </a:cubicBezTo>
                  <a:lnTo>
                    <a:pt x="0" y="137922"/>
                  </a:lnTo>
                  <a:lnTo>
                    <a:pt x="6350" y="137922"/>
                  </a:lnTo>
                  <a:lnTo>
                    <a:pt x="0" y="137922"/>
                  </a:lnTo>
                  <a:moveTo>
                    <a:pt x="12700" y="137922"/>
                  </a:moveTo>
                  <a:lnTo>
                    <a:pt x="12700" y="579628"/>
                  </a:lnTo>
                  <a:lnTo>
                    <a:pt x="6350" y="579628"/>
                  </a:lnTo>
                  <a:lnTo>
                    <a:pt x="12700" y="579628"/>
                  </a:lnTo>
                  <a:cubicBezTo>
                    <a:pt x="12700" y="648843"/>
                    <a:pt x="68834" y="704850"/>
                    <a:pt x="137922" y="704850"/>
                  </a:cubicBezTo>
                  <a:lnTo>
                    <a:pt x="579628" y="704850"/>
                  </a:lnTo>
                  <a:cubicBezTo>
                    <a:pt x="648843" y="704850"/>
                    <a:pt x="704850" y="648716"/>
                    <a:pt x="704850" y="579628"/>
                  </a:cubicBezTo>
                  <a:lnTo>
                    <a:pt x="704850" y="137922"/>
                  </a:lnTo>
                  <a:cubicBezTo>
                    <a:pt x="704850" y="68834"/>
                    <a:pt x="648716" y="12700"/>
                    <a:pt x="579628" y="12700"/>
                  </a:cubicBezTo>
                  <a:lnTo>
                    <a:pt x="137922" y="12700"/>
                  </a:lnTo>
                  <a:lnTo>
                    <a:pt x="137922" y="6350"/>
                  </a:lnTo>
                  <a:lnTo>
                    <a:pt x="137922" y="12700"/>
                  </a:lnTo>
                  <a:cubicBezTo>
                    <a:pt x="68834" y="12700"/>
                    <a:pt x="12700" y="68834"/>
                    <a:pt x="12700" y="137922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559954" y="7995196"/>
            <a:ext cx="371029" cy="463749"/>
            <a:chOff x="0" y="0"/>
            <a:chExt cx="494705" cy="61833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94705" cy="618332"/>
            </a:xfrm>
            <a:custGeom>
              <a:avLst/>
              <a:gdLst/>
              <a:ahLst/>
              <a:cxnLst/>
              <a:rect l="l" t="t" r="r" b="b"/>
              <a:pathLst>
                <a:path w="494705" h="618332">
                  <a:moveTo>
                    <a:pt x="0" y="0"/>
                  </a:moveTo>
                  <a:lnTo>
                    <a:pt x="494705" y="0"/>
                  </a:lnTo>
                  <a:lnTo>
                    <a:pt x="494705" y="618332"/>
                  </a:lnTo>
                  <a:lnTo>
                    <a:pt x="0" y="61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57150"/>
              <a:ext cx="494705" cy="5611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4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4244786" y="7962751"/>
            <a:ext cx="3220939" cy="773014"/>
            <a:chOff x="0" y="0"/>
            <a:chExt cx="4294585" cy="1030685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294585" cy="1030685"/>
            </a:xfrm>
            <a:custGeom>
              <a:avLst/>
              <a:gdLst/>
              <a:ahLst/>
              <a:cxnLst/>
              <a:rect l="l" t="t" r="r" b="b"/>
              <a:pathLst>
                <a:path w="4294585" h="1030685">
                  <a:moveTo>
                    <a:pt x="0" y="0"/>
                  </a:moveTo>
                  <a:lnTo>
                    <a:pt x="4294585" y="0"/>
                  </a:lnTo>
                  <a:lnTo>
                    <a:pt x="4294585" y="1030685"/>
                  </a:lnTo>
                  <a:lnTo>
                    <a:pt x="0" y="103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4294585" cy="104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237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Use Meaningful Test Names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1122" y="371499"/>
            <a:ext cx="5835498" cy="720184"/>
            <a:chOff x="0" y="0"/>
            <a:chExt cx="7780664" cy="9602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80665" cy="960245"/>
            </a:xfrm>
            <a:custGeom>
              <a:avLst/>
              <a:gdLst/>
              <a:ahLst/>
              <a:cxnLst/>
              <a:rect l="l" t="t" r="r" b="b"/>
              <a:pathLst>
                <a:path w="7780665" h="960245">
                  <a:moveTo>
                    <a:pt x="0" y="0"/>
                  </a:moveTo>
                  <a:lnTo>
                    <a:pt x="7780665" y="0"/>
                  </a:lnTo>
                  <a:lnTo>
                    <a:pt x="7780665" y="960245"/>
                  </a:lnTo>
                  <a:lnTo>
                    <a:pt x="0" y="960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780664" cy="9792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0"/>
                </a:lnSpc>
              </a:pPr>
              <a:r>
                <a:rPr lang="en-US" sz="3462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Hands-on Activity!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1122" y="1261778"/>
            <a:ext cx="16985754" cy="459975"/>
            <a:chOff x="0" y="0"/>
            <a:chExt cx="22647672" cy="613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47672" cy="613300"/>
            </a:xfrm>
            <a:custGeom>
              <a:avLst/>
              <a:gdLst/>
              <a:ahLst/>
              <a:cxnLst/>
              <a:rect l="l" t="t" r="r" b="b"/>
              <a:pathLst>
                <a:path w="22647672" h="613300">
                  <a:moveTo>
                    <a:pt x="0" y="0"/>
                  </a:moveTo>
                  <a:lnTo>
                    <a:pt x="22647672" y="0"/>
                  </a:lnTo>
                  <a:lnTo>
                    <a:pt x="22647672" y="613300"/>
                  </a:lnTo>
                  <a:lnTo>
                    <a:pt x="0" y="613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2647672" cy="708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26"/>
                </a:lnSpc>
              </a:pPr>
              <a:r>
                <a:rPr lang="en-US" sz="2412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Implementing the AAA Pattern in Python (pytest)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0375" y="1954709"/>
            <a:ext cx="19050" cy="7821216"/>
            <a:chOff x="0" y="0"/>
            <a:chExt cx="25400" cy="104282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00" cy="10428351"/>
            </a:xfrm>
            <a:custGeom>
              <a:avLst/>
              <a:gdLst/>
              <a:ahLst/>
              <a:cxnLst/>
              <a:rect l="l" t="t" r="r" b="b"/>
              <a:pathLst>
                <a:path w="25400" h="1042835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0415651"/>
                  </a:lnTo>
                  <a:cubicBezTo>
                    <a:pt x="25400" y="10422636"/>
                    <a:pt x="19685" y="10428351"/>
                    <a:pt x="12700" y="10428351"/>
                  </a:cubicBezTo>
                  <a:cubicBezTo>
                    <a:pt x="5715" y="10428351"/>
                    <a:pt x="0" y="10422636"/>
                    <a:pt x="0" y="10415651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0578" y="2363689"/>
            <a:ext cx="558105" cy="19050"/>
            <a:chOff x="0" y="0"/>
            <a:chExt cx="744140" cy="25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6360" y="2159199"/>
            <a:ext cx="428030" cy="428030"/>
            <a:chOff x="0" y="0"/>
            <a:chExt cx="570707" cy="570707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3556" y="2189634"/>
            <a:ext cx="293637" cy="367159"/>
            <a:chOff x="0" y="0"/>
            <a:chExt cx="391517" cy="4895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90700" y="2140744"/>
            <a:ext cx="2937719" cy="367159"/>
            <a:chOff x="0" y="0"/>
            <a:chExt cx="3916958" cy="4895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16958" cy="489545"/>
            </a:xfrm>
            <a:custGeom>
              <a:avLst/>
              <a:gdLst/>
              <a:ahLst/>
              <a:cxnLst/>
              <a:rect l="l" t="t" r="r" b="b"/>
              <a:pathLst>
                <a:path w="3916958" h="489545">
                  <a:moveTo>
                    <a:pt x="0" y="0"/>
                  </a:moveTo>
                  <a:lnTo>
                    <a:pt x="3916958" y="0"/>
                  </a:lnTo>
                  <a:lnTo>
                    <a:pt x="3916958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916958" cy="499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Install pytest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0578" y="3698230"/>
            <a:ext cx="558105" cy="19050"/>
            <a:chOff x="0" y="0"/>
            <a:chExt cx="744140" cy="25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360" y="3493740"/>
            <a:ext cx="428030" cy="428030"/>
            <a:chOff x="0" y="0"/>
            <a:chExt cx="570707" cy="570707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3556" y="3524175"/>
            <a:ext cx="293637" cy="367159"/>
            <a:chOff x="0" y="0"/>
            <a:chExt cx="391517" cy="4895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90700" y="3475285"/>
            <a:ext cx="2937719" cy="367159"/>
            <a:chOff x="0" y="0"/>
            <a:chExt cx="3916958" cy="4895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16958" cy="489545"/>
            </a:xfrm>
            <a:custGeom>
              <a:avLst/>
              <a:gdLst/>
              <a:ahLst/>
              <a:cxnLst/>
              <a:rect l="l" t="t" r="r" b="b"/>
              <a:pathLst>
                <a:path w="3916958" h="489545">
                  <a:moveTo>
                    <a:pt x="0" y="0"/>
                  </a:moveTo>
                  <a:lnTo>
                    <a:pt x="3916958" y="0"/>
                  </a:lnTo>
                  <a:lnTo>
                    <a:pt x="3916958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3916958" cy="499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Create </a:t>
              </a:r>
              <a:r>
                <a:rPr lang="en-US" sz="2312" u="sng">
                  <a:solidFill>
                    <a:srgbClr val="C91313"/>
                  </a:solidFill>
                  <a:latin typeface="Dela Gothic One"/>
                  <a:ea typeface="Dela Gothic One"/>
                  <a:cs typeface="Dela Gothic One"/>
                  <a:sym typeface="Dela Gothic One"/>
                  <a:hlinkClick r:id="rId4" tooltip="http://user.py"/>
                </a:rPr>
                <a:t>user.py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0578" y="5032772"/>
            <a:ext cx="558105" cy="19050"/>
            <a:chOff x="0" y="0"/>
            <a:chExt cx="744140" cy="25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6360" y="4828282"/>
            <a:ext cx="428030" cy="428030"/>
            <a:chOff x="0" y="0"/>
            <a:chExt cx="570707" cy="570707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13556" y="4858718"/>
            <a:ext cx="293637" cy="367159"/>
            <a:chOff x="0" y="0"/>
            <a:chExt cx="391517" cy="48954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90700" y="4752996"/>
            <a:ext cx="6771319" cy="480822"/>
            <a:chOff x="0" y="0"/>
            <a:chExt cx="9028426" cy="64109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028426" cy="641096"/>
            </a:xfrm>
            <a:custGeom>
              <a:avLst/>
              <a:gdLst/>
              <a:ahLst/>
              <a:cxnLst/>
              <a:rect l="l" t="t" r="r" b="b"/>
              <a:pathLst>
                <a:path w="9028426" h="641096">
                  <a:moveTo>
                    <a:pt x="0" y="0"/>
                  </a:moveTo>
                  <a:lnTo>
                    <a:pt x="9028426" y="0"/>
                  </a:lnTo>
                  <a:lnTo>
                    <a:pt x="9028426" y="641096"/>
                  </a:lnTo>
                  <a:lnTo>
                    <a:pt x="0" y="641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9028426" cy="650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Write a Unit Test (test_</a:t>
              </a:r>
              <a:r>
                <a:rPr lang="en-US" sz="2312" u="sng">
                  <a:solidFill>
                    <a:srgbClr val="C91313"/>
                  </a:solidFill>
                  <a:latin typeface="Dela Gothic One"/>
                  <a:ea typeface="Dela Gothic One"/>
                  <a:cs typeface="Dela Gothic One"/>
                  <a:sym typeface="Dela Gothic One"/>
                  <a:hlinkClick r:id="rId4" tooltip="http://user.py"/>
                </a:rPr>
                <a:t>user.py</a:t>
              </a: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0578" y="6367314"/>
            <a:ext cx="558105" cy="19050"/>
            <a:chOff x="0" y="0"/>
            <a:chExt cx="744140" cy="25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6360" y="6162824"/>
            <a:ext cx="428030" cy="428030"/>
            <a:chOff x="0" y="0"/>
            <a:chExt cx="570707" cy="570707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13556" y="6193259"/>
            <a:ext cx="293637" cy="367159"/>
            <a:chOff x="0" y="0"/>
            <a:chExt cx="391517" cy="48954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90700" y="6144369"/>
            <a:ext cx="2937719" cy="367159"/>
            <a:chOff x="0" y="0"/>
            <a:chExt cx="3916958" cy="4895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16958" cy="489545"/>
            </a:xfrm>
            <a:custGeom>
              <a:avLst/>
              <a:gdLst/>
              <a:ahLst/>
              <a:cxnLst/>
              <a:rect l="l" t="t" r="r" b="b"/>
              <a:pathLst>
                <a:path w="3916958" h="489545">
                  <a:moveTo>
                    <a:pt x="0" y="0"/>
                  </a:moveTo>
                  <a:lnTo>
                    <a:pt x="3916958" y="0"/>
                  </a:lnTo>
                  <a:lnTo>
                    <a:pt x="3916958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3916958" cy="499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Run the Test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0578" y="7701855"/>
            <a:ext cx="558105" cy="19050"/>
            <a:chOff x="0" y="0"/>
            <a:chExt cx="744140" cy="25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6360" y="7497366"/>
            <a:ext cx="428030" cy="428030"/>
            <a:chOff x="0" y="0"/>
            <a:chExt cx="570707" cy="570707"/>
          </a:xfrm>
        </p:grpSpPr>
        <p:sp>
          <p:nvSpPr>
            <p:cNvPr id="60" name="Freeform 60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13556" y="7527801"/>
            <a:ext cx="293637" cy="367159"/>
            <a:chOff x="0" y="0"/>
            <a:chExt cx="391517" cy="4895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5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790700" y="7422080"/>
            <a:ext cx="4907072" cy="480822"/>
            <a:chOff x="0" y="0"/>
            <a:chExt cx="6542763" cy="6410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542763" cy="641096"/>
            </a:xfrm>
            <a:custGeom>
              <a:avLst/>
              <a:gdLst/>
              <a:ahLst/>
              <a:cxnLst/>
              <a:rect l="l" t="t" r="r" b="b"/>
              <a:pathLst>
                <a:path w="6542763" h="641096">
                  <a:moveTo>
                    <a:pt x="0" y="0"/>
                  </a:moveTo>
                  <a:lnTo>
                    <a:pt x="6542763" y="0"/>
                  </a:lnTo>
                  <a:lnTo>
                    <a:pt x="6542763" y="641096"/>
                  </a:lnTo>
                  <a:lnTo>
                    <a:pt x="0" y="641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6542763" cy="650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Analyze the Output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50578" y="9036397"/>
            <a:ext cx="558105" cy="19050"/>
            <a:chOff x="0" y="0"/>
            <a:chExt cx="744140" cy="254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44093" cy="25400"/>
            </a:xfrm>
            <a:custGeom>
              <a:avLst/>
              <a:gdLst/>
              <a:ahLst/>
              <a:cxnLst/>
              <a:rect l="l" t="t" r="r" b="b"/>
              <a:pathLst>
                <a:path w="74409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46360" y="8831908"/>
            <a:ext cx="428030" cy="428030"/>
            <a:chOff x="0" y="0"/>
            <a:chExt cx="570707" cy="570707"/>
          </a:xfrm>
        </p:grpSpPr>
        <p:sp>
          <p:nvSpPr>
            <p:cNvPr id="71" name="Freeform 71"/>
            <p:cNvSpPr/>
            <p:nvPr/>
          </p:nvSpPr>
          <p:spPr>
            <a:xfrm>
              <a:off x="6350" y="6350"/>
              <a:ext cx="557911" cy="557911"/>
            </a:xfrm>
            <a:custGeom>
              <a:avLst/>
              <a:gdLst/>
              <a:ahLst/>
              <a:cxnLst/>
              <a:rect l="l" t="t" r="r" b="b"/>
              <a:pathLst>
                <a:path w="557911" h="557911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453771" y="0"/>
                  </a:lnTo>
                  <a:cubicBezTo>
                    <a:pt x="511302" y="0"/>
                    <a:pt x="557911" y="46609"/>
                    <a:pt x="557911" y="104140"/>
                  </a:cubicBezTo>
                  <a:lnTo>
                    <a:pt x="557911" y="453771"/>
                  </a:lnTo>
                  <a:cubicBezTo>
                    <a:pt x="557911" y="511302"/>
                    <a:pt x="511302" y="557911"/>
                    <a:pt x="453771" y="557911"/>
                  </a:cubicBezTo>
                  <a:lnTo>
                    <a:pt x="104140" y="557911"/>
                  </a:lnTo>
                  <a:cubicBezTo>
                    <a:pt x="46609" y="557911"/>
                    <a:pt x="0" y="511302"/>
                    <a:pt x="0" y="453771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2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lnTo>
                    <a:pt x="460121" y="6350"/>
                  </a:lnTo>
                  <a:lnTo>
                    <a:pt x="460121" y="0"/>
                  </a:lnTo>
                  <a:cubicBezTo>
                    <a:pt x="521208" y="0"/>
                    <a:pt x="570611" y="49530"/>
                    <a:pt x="570611" y="110490"/>
                  </a:cubicBezTo>
                  <a:lnTo>
                    <a:pt x="570611" y="460121"/>
                  </a:lnTo>
                  <a:lnTo>
                    <a:pt x="564261" y="460121"/>
                  </a:lnTo>
                  <a:lnTo>
                    <a:pt x="570611" y="460121"/>
                  </a:lnTo>
                  <a:cubicBezTo>
                    <a:pt x="570611" y="521208"/>
                    <a:pt x="521081" y="570611"/>
                    <a:pt x="460121" y="570611"/>
                  </a:cubicBezTo>
                  <a:lnTo>
                    <a:pt x="460121" y="564261"/>
                  </a:lnTo>
                  <a:lnTo>
                    <a:pt x="460121" y="570611"/>
                  </a:lnTo>
                  <a:lnTo>
                    <a:pt x="110490" y="570611"/>
                  </a:lnTo>
                  <a:lnTo>
                    <a:pt x="110490" y="564261"/>
                  </a:lnTo>
                  <a:lnTo>
                    <a:pt x="110490" y="570611"/>
                  </a:lnTo>
                  <a:cubicBezTo>
                    <a:pt x="49403" y="570611"/>
                    <a:pt x="0" y="521081"/>
                    <a:pt x="0" y="460121"/>
                  </a:cubicBezTo>
                  <a:lnTo>
                    <a:pt x="0" y="110490"/>
                  </a:lnTo>
                  <a:lnTo>
                    <a:pt x="6350" y="110490"/>
                  </a:lnTo>
                  <a:lnTo>
                    <a:pt x="0" y="110490"/>
                  </a:lnTo>
                  <a:moveTo>
                    <a:pt x="12700" y="110490"/>
                  </a:moveTo>
                  <a:lnTo>
                    <a:pt x="12700" y="460121"/>
                  </a:lnTo>
                  <a:lnTo>
                    <a:pt x="6350" y="460121"/>
                  </a:lnTo>
                  <a:lnTo>
                    <a:pt x="12700" y="460121"/>
                  </a:lnTo>
                  <a:cubicBezTo>
                    <a:pt x="12700" y="514223"/>
                    <a:pt x="56515" y="557911"/>
                    <a:pt x="110490" y="557911"/>
                  </a:cubicBezTo>
                  <a:lnTo>
                    <a:pt x="460121" y="557911"/>
                  </a:lnTo>
                  <a:cubicBezTo>
                    <a:pt x="514223" y="557911"/>
                    <a:pt x="557911" y="514096"/>
                    <a:pt x="557911" y="460121"/>
                  </a:cubicBezTo>
                  <a:lnTo>
                    <a:pt x="557911" y="110490"/>
                  </a:lnTo>
                  <a:lnTo>
                    <a:pt x="564261" y="110490"/>
                  </a:lnTo>
                  <a:lnTo>
                    <a:pt x="557911" y="110490"/>
                  </a:lnTo>
                  <a:cubicBezTo>
                    <a:pt x="557911" y="56388"/>
                    <a:pt x="514096" y="12700"/>
                    <a:pt x="460121" y="12700"/>
                  </a:cubicBezTo>
                  <a:lnTo>
                    <a:pt x="110490" y="12700"/>
                  </a:lnTo>
                  <a:lnTo>
                    <a:pt x="110490" y="6350"/>
                  </a:lnTo>
                  <a:lnTo>
                    <a:pt x="110490" y="12700"/>
                  </a:lnTo>
                  <a:cubicBezTo>
                    <a:pt x="56515" y="12700"/>
                    <a:pt x="12700" y="56515"/>
                    <a:pt x="12700" y="11049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13556" y="8862342"/>
            <a:ext cx="293637" cy="367159"/>
            <a:chOff x="0" y="0"/>
            <a:chExt cx="391517" cy="48954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91517" cy="489545"/>
            </a:xfrm>
            <a:custGeom>
              <a:avLst/>
              <a:gdLst/>
              <a:ahLst/>
              <a:cxnLst/>
              <a:rect l="l" t="t" r="r" b="b"/>
              <a:pathLst>
                <a:path w="391517" h="489545">
                  <a:moveTo>
                    <a:pt x="0" y="0"/>
                  </a:moveTo>
                  <a:lnTo>
                    <a:pt x="391517" y="0"/>
                  </a:lnTo>
                  <a:lnTo>
                    <a:pt x="391517" y="489545"/>
                  </a:lnTo>
                  <a:lnTo>
                    <a:pt x="0" y="489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38100"/>
              <a:ext cx="391517" cy="451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2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6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790700" y="8756621"/>
            <a:ext cx="6771319" cy="480822"/>
            <a:chOff x="0" y="0"/>
            <a:chExt cx="9028426" cy="6410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028426" cy="641096"/>
            </a:xfrm>
            <a:custGeom>
              <a:avLst/>
              <a:gdLst/>
              <a:ahLst/>
              <a:cxnLst/>
              <a:rect l="l" t="t" r="r" b="b"/>
              <a:pathLst>
                <a:path w="9028426" h="641096">
                  <a:moveTo>
                    <a:pt x="0" y="0"/>
                  </a:moveTo>
                  <a:lnTo>
                    <a:pt x="9028426" y="0"/>
                  </a:lnTo>
                  <a:lnTo>
                    <a:pt x="9028426" y="641096"/>
                  </a:lnTo>
                  <a:lnTo>
                    <a:pt x="0" y="641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9028426" cy="650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5"/>
                </a:lnSpc>
              </a:pPr>
              <a:r>
                <a:rPr lang="en-US" sz="2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Testing edge cases (optional)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2431" y="351485"/>
            <a:ext cx="15475211" cy="1094042"/>
            <a:chOff x="0" y="0"/>
            <a:chExt cx="19152195" cy="13539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52195" cy="1353991"/>
            </a:xfrm>
            <a:custGeom>
              <a:avLst/>
              <a:gdLst/>
              <a:ahLst/>
              <a:cxnLst/>
              <a:rect l="l" t="t" r="r" b="b"/>
              <a:pathLst>
                <a:path w="19152195" h="1353991">
                  <a:moveTo>
                    <a:pt x="0" y="0"/>
                  </a:moveTo>
                  <a:lnTo>
                    <a:pt x="19152195" y="0"/>
                  </a:lnTo>
                  <a:lnTo>
                    <a:pt x="19152195" y="1353991"/>
                  </a:lnTo>
                  <a:lnTo>
                    <a:pt x="0" y="13539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9152195" cy="1373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37"/>
                </a:lnSpc>
              </a:pPr>
              <a:r>
                <a:rPr lang="en-US" sz="435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Practical : Testing a Banking System</a:t>
              </a:r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356846" y="1854072"/>
            <a:ext cx="8804908" cy="1035475"/>
          </a:xfrm>
          <a:custGeom>
            <a:avLst/>
            <a:gdLst/>
            <a:ahLst/>
            <a:cxnLst/>
            <a:rect l="l" t="t" r="r" b="b"/>
            <a:pathLst>
              <a:path w="8804908" h="1035475">
                <a:moveTo>
                  <a:pt x="0" y="0"/>
                </a:moveTo>
                <a:lnTo>
                  <a:pt x="8804909" y="0"/>
                </a:lnTo>
                <a:lnTo>
                  <a:pt x="8804909" y="1035475"/>
                </a:lnTo>
                <a:lnTo>
                  <a:pt x="0" y="1035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11" r="-20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566892" y="2122184"/>
            <a:ext cx="384656" cy="573976"/>
            <a:chOff x="0" y="0"/>
            <a:chExt cx="476052" cy="7103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6052" cy="710356"/>
            </a:xfrm>
            <a:custGeom>
              <a:avLst/>
              <a:gdLst/>
              <a:ahLst/>
              <a:cxnLst/>
              <a:rect l="l" t="t" r="r" b="b"/>
              <a:pathLst>
                <a:path w="476052" h="710356">
                  <a:moveTo>
                    <a:pt x="0" y="0"/>
                  </a:moveTo>
                  <a:lnTo>
                    <a:pt x="476052" y="0"/>
                  </a:lnTo>
                  <a:lnTo>
                    <a:pt x="476052" y="710356"/>
                  </a:lnTo>
                  <a:lnTo>
                    <a:pt x="0" y="7103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476052" cy="824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35294" y="2138171"/>
            <a:ext cx="1676033" cy="546227"/>
            <a:chOff x="0" y="0"/>
            <a:chExt cx="2074267" cy="6760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4267" cy="676013"/>
            </a:xfrm>
            <a:custGeom>
              <a:avLst/>
              <a:gdLst/>
              <a:ahLst/>
              <a:cxnLst/>
              <a:rect l="l" t="t" r="r" b="b"/>
              <a:pathLst>
                <a:path w="2074267" h="676013">
                  <a:moveTo>
                    <a:pt x="0" y="0"/>
                  </a:moveTo>
                  <a:lnTo>
                    <a:pt x="2074267" y="0"/>
                  </a:lnTo>
                  <a:lnTo>
                    <a:pt x="2074267" y="676013"/>
                  </a:lnTo>
                  <a:lnTo>
                    <a:pt x="0" y="676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074267" cy="685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Deposit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1824277" y="2960488"/>
            <a:ext cx="5869885" cy="1035475"/>
          </a:xfrm>
          <a:custGeom>
            <a:avLst/>
            <a:gdLst/>
            <a:ahLst/>
            <a:cxnLst/>
            <a:rect l="l" t="t" r="r" b="b"/>
            <a:pathLst>
              <a:path w="5869885" h="1035475">
                <a:moveTo>
                  <a:pt x="0" y="0"/>
                </a:moveTo>
                <a:lnTo>
                  <a:pt x="5869886" y="0"/>
                </a:lnTo>
                <a:lnTo>
                  <a:pt x="5869886" y="1035475"/>
                </a:lnTo>
                <a:lnTo>
                  <a:pt x="0" y="1035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12" r="-20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4566892" y="3228599"/>
            <a:ext cx="384656" cy="573976"/>
            <a:chOff x="0" y="0"/>
            <a:chExt cx="476052" cy="7103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052" cy="710356"/>
            </a:xfrm>
            <a:custGeom>
              <a:avLst/>
              <a:gdLst/>
              <a:ahLst/>
              <a:cxnLst/>
              <a:rect l="l" t="t" r="r" b="b"/>
              <a:pathLst>
                <a:path w="476052" h="710356">
                  <a:moveTo>
                    <a:pt x="0" y="0"/>
                  </a:moveTo>
                  <a:lnTo>
                    <a:pt x="476052" y="0"/>
                  </a:lnTo>
                  <a:lnTo>
                    <a:pt x="476052" y="710356"/>
                  </a:lnTo>
                  <a:lnTo>
                    <a:pt x="0" y="7103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476052" cy="824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67702" y="3244586"/>
            <a:ext cx="1987574" cy="546227"/>
            <a:chOff x="0" y="0"/>
            <a:chExt cx="2459832" cy="6760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59832" cy="676013"/>
            </a:xfrm>
            <a:custGeom>
              <a:avLst/>
              <a:gdLst/>
              <a:ahLst/>
              <a:cxnLst/>
              <a:rect l="l" t="t" r="r" b="b"/>
              <a:pathLst>
                <a:path w="2459832" h="676013">
                  <a:moveTo>
                    <a:pt x="0" y="0"/>
                  </a:moveTo>
                  <a:lnTo>
                    <a:pt x="2459832" y="0"/>
                  </a:lnTo>
                  <a:lnTo>
                    <a:pt x="2459832" y="676013"/>
                  </a:lnTo>
                  <a:lnTo>
                    <a:pt x="0" y="676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459832" cy="685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Withdraw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62467" y="2922353"/>
            <a:ext cx="10269454" cy="47625"/>
            <a:chOff x="0" y="0"/>
            <a:chExt cx="12709525" cy="5894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709525" cy="58941"/>
            </a:xfrm>
            <a:custGeom>
              <a:avLst/>
              <a:gdLst/>
              <a:ahLst/>
              <a:cxnLst/>
              <a:rect l="l" t="t" r="r" b="b"/>
              <a:pathLst>
                <a:path w="12709525" h="58941">
                  <a:moveTo>
                    <a:pt x="0" y="29470"/>
                  </a:moveTo>
                  <a:cubicBezTo>
                    <a:pt x="0" y="13360"/>
                    <a:pt x="4318" y="0"/>
                    <a:pt x="9525" y="0"/>
                  </a:cubicBezTo>
                  <a:lnTo>
                    <a:pt x="12700000" y="0"/>
                  </a:lnTo>
                  <a:cubicBezTo>
                    <a:pt x="12705207" y="0"/>
                    <a:pt x="12709525" y="13360"/>
                    <a:pt x="12709525" y="29470"/>
                  </a:cubicBezTo>
                  <a:cubicBezTo>
                    <a:pt x="12709525" y="45581"/>
                    <a:pt x="12705207" y="58941"/>
                    <a:pt x="12700000" y="58941"/>
                  </a:cubicBezTo>
                  <a:lnTo>
                    <a:pt x="9525" y="58941"/>
                  </a:lnTo>
                  <a:cubicBezTo>
                    <a:pt x="4318" y="58941"/>
                    <a:pt x="0" y="45581"/>
                    <a:pt x="0" y="2947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3291869" y="4066905"/>
            <a:ext cx="2934863" cy="1035475"/>
          </a:xfrm>
          <a:custGeom>
            <a:avLst/>
            <a:gdLst/>
            <a:ahLst/>
            <a:cxnLst/>
            <a:rect l="l" t="t" r="r" b="b"/>
            <a:pathLst>
              <a:path w="2934863" h="1035475">
                <a:moveTo>
                  <a:pt x="0" y="0"/>
                </a:moveTo>
                <a:lnTo>
                  <a:pt x="2934863" y="0"/>
                </a:lnTo>
                <a:lnTo>
                  <a:pt x="2934863" y="1035475"/>
                </a:lnTo>
                <a:lnTo>
                  <a:pt x="0" y="1035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13" r="-20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4566892" y="4222442"/>
            <a:ext cx="384656" cy="573976"/>
            <a:chOff x="0" y="0"/>
            <a:chExt cx="476052" cy="7103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6052" cy="710356"/>
            </a:xfrm>
            <a:custGeom>
              <a:avLst/>
              <a:gdLst/>
              <a:ahLst/>
              <a:cxnLst/>
              <a:rect l="l" t="t" r="r" b="b"/>
              <a:pathLst>
                <a:path w="476052" h="710356">
                  <a:moveTo>
                    <a:pt x="0" y="0"/>
                  </a:moveTo>
                  <a:lnTo>
                    <a:pt x="476052" y="0"/>
                  </a:lnTo>
                  <a:lnTo>
                    <a:pt x="476052" y="710356"/>
                  </a:lnTo>
                  <a:lnTo>
                    <a:pt x="0" y="7103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14300"/>
              <a:ext cx="476052" cy="824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00271" y="4351002"/>
            <a:ext cx="1733916" cy="546227"/>
            <a:chOff x="0" y="0"/>
            <a:chExt cx="2145903" cy="6760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45903" cy="676013"/>
            </a:xfrm>
            <a:custGeom>
              <a:avLst/>
              <a:gdLst/>
              <a:ahLst/>
              <a:cxnLst/>
              <a:rect l="l" t="t" r="r" b="b"/>
              <a:pathLst>
                <a:path w="2145903" h="676013">
                  <a:moveTo>
                    <a:pt x="0" y="0"/>
                  </a:moveTo>
                  <a:lnTo>
                    <a:pt x="2145903" y="0"/>
                  </a:lnTo>
                  <a:lnTo>
                    <a:pt x="2145903" y="676013"/>
                  </a:lnTo>
                  <a:lnTo>
                    <a:pt x="0" y="676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2145903" cy="685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Balance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95036" y="4028769"/>
            <a:ext cx="11736885" cy="47625"/>
            <a:chOff x="0" y="0"/>
            <a:chExt cx="14525625" cy="589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525625" cy="58941"/>
            </a:xfrm>
            <a:custGeom>
              <a:avLst/>
              <a:gdLst/>
              <a:ahLst/>
              <a:cxnLst/>
              <a:rect l="l" t="t" r="r" b="b"/>
              <a:pathLst>
                <a:path w="14525625" h="58941">
                  <a:moveTo>
                    <a:pt x="0" y="29470"/>
                  </a:moveTo>
                  <a:cubicBezTo>
                    <a:pt x="0" y="13360"/>
                    <a:pt x="4318" y="0"/>
                    <a:pt x="9525" y="0"/>
                  </a:cubicBezTo>
                  <a:lnTo>
                    <a:pt x="14516100" y="0"/>
                  </a:lnTo>
                  <a:cubicBezTo>
                    <a:pt x="14521307" y="0"/>
                    <a:pt x="14525625" y="13360"/>
                    <a:pt x="14525625" y="29470"/>
                  </a:cubicBezTo>
                  <a:cubicBezTo>
                    <a:pt x="14525625" y="45581"/>
                    <a:pt x="14521307" y="58941"/>
                    <a:pt x="14516100" y="58941"/>
                  </a:cubicBezTo>
                  <a:lnTo>
                    <a:pt x="9525" y="58941"/>
                  </a:lnTo>
                  <a:cubicBezTo>
                    <a:pt x="4318" y="58941"/>
                    <a:pt x="0" y="45581"/>
                    <a:pt x="0" y="2947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2431" y="6057647"/>
            <a:ext cx="6703454" cy="706458"/>
            <a:chOff x="0" y="0"/>
            <a:chExt cx="8296227" cy="8743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96227" cy="874316"/>
            </a:xfrm>
            <a:custGeom>
              <a:avLst/>
              <a:gdLst/>
              <a:ahLst/>
              <a:cxnLst/>
              <a:rect l="l" t="t" r="r" b="b"/>
              <a:pathLst>
                <a:path w="8296227" h="874316">
                  <a:moveTo>
                    <a:pt x="0" y="0"/>
                  </a:moveTo>
                  <a:lnTo>
                    <a:pt x="8296227" y="0"/>
                  </a:lnTo>
                  <a:lnTo>
                    <a:pt x="8296227" y="874316"/>
                  </a:lnTo>
                  <a:lnTo>
                    <a:pt x="0" y="874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296227" cy="883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7"/>
                </a:lnSpc>
              </a:pPr>
              <a:r>
                <a:rPr lang="en-US" sz="3125" u="sng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Steps to be followed: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2431" y="7608967"/>
            <a:ext cx="17787795" cy="47625"/>
            <a:chOff x="0" y="0"/>
            <a:chExt cx="22014260" cy="5894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014307" cy="58941"/>
            </a:xfrm>
            <a:custGeom>
              <a:avLst/>
              <a:gdLst/>
              <a:ahLst/>
              <a:cxnLst/>
              <a:rect l="l" t="t" r="r" b="b"/>
              <a:pathLst>
                <a:path w="22014307" h="58941">
                  <a:moveTo>
                    <a:pt x="0" y="29470"/>
                  </a:moveTo>
                  <a:cubicBezTo>
                    <a:pt x="0" y="13163"/>
                    <a:pt x="8509" y="0"/>
                    <a:pt x="19050" y="0"/>
                  </a:cubicBezTo>
                  <a:lnTo>
                    <a:pt x="21995257" y="0"/>
                  </a:lnTo>
                  <a:cubicBezTo>
                    <a:pt x="22005798" y="0"/>
                    <a:pt x="22014307" y="13163"/>
                    <a:pt x="22014307" y="29470"/>
                  </a:cubicBezTo>
                  <a:cubicBezTo>
                    <a:pt x="22014307" y="45777"/>
                    <a:pt x="22005798" y="58941"/>
                    <a:pt x="21995257" y="58941"/>
                  </a:cubicBezTo>
                  <a:lnTo>
                    <a:pt x="19050" y="58941"/>
                  </a:lnTo>
                  <a:cubicBezTo>
                    <a:pt x="8509" y="58941"/>
                    <a:pt x="0" y="45777"/>
                    <a:pt x="0" y="29470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170491" y="7608967"/>
            <a:ext cx="30785" cy="852293"/>
            <a:chOff x="0" y="0"/>
            <a:chExt cx="38100" cy="105480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100" cy="1054818"/>
            </a:xfrm>
            <a:custGeom>
              <a:avLst/>
              <a:gdLst/>
              <a:ahLst/>
              <a:cxnLst/>
              <a:rect l="l" t="t" r="r" b="b"/>
              <a:pathLst>
                <a:path w="38100" h="1054818">
                  <a:moveTo>
                    <a:pt x="0" y="19785"/>
                  </a:moveTo>
                  <a:cubicBezTo>
                    <a:pt x="0" y="8837"/>
                    <a:pt x="8509" y="0"/>
                    <a:pt x="19050" y="0"/>
                  </a:cubicBezTo>
                  <a:cubicBezTo>
                    <a:pt x="29591" y="0"/>
                    <a:pt x="38100" y="8837"/>
                    <a:pt x="38100" y="19785"/>
                  </a:cubicBezTo>
                  <a:lnTo>
                    <a:pt x="38100" y="1035033"/>
                  </a:lnTo>
                  <a:cubicBezTo>
                    <a:pt x="38100" y="1045981"/>
                    <a:pt x="29591" y="1054818"/>
                    <a:pt x="19050" y="1054818"/>
                  </a:cubicBezTo>
                  <a:cubicBezTo>
                    <a:pt x="8509" y="1054818"/>
                    <a:pt x="0" y="1045981"/>
                    <a:pt x="0" y="1035033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873060" y="7284070"/>
            <a:ext cx="625647" cy="649795"/>
            <a:chOff x="0" y="0"/>
            <a:chExt cx="774303" cy="804189"/>
          </a:xfrm>
        </p:grpSpPr>
        <p:sp>
          <p:nvSpPr>
            <p:cNvPr id="41" name="Freeform 41"/>
            <p:cNvSpPr/>
            <p:nvPr/>
          </p:nvSpPr>
          <p:spPr>
            <a:xfrm>
              <a:off x="6350" y="6595"/>
              <a:ext cx="761619" cy="791015"/>
            </a:xfrm>
            <a:custGeom>
              <a:avLst/>
              <a:gdLst/>
              <a:ahLst/>
              <a:cxnLst/>
              <a:rect l="l" t="t" r="r" b="b"/>
              <a:pathLst>
                <a:path w="761619" h="791015">
                  <a:moveTo>
                    <a:pt x="0" y="147730"/>
                  </a:moveTo>
                  <a:cubicBezTo>
                    <a:pt x="0" y="66083"/>
                    <a:pt x="63627" y="0"/>
                    <a:pt x="142240" y="0"/>
                  </a:cubicBezTo>
                  <a:lnTo>
                    <a:pt x="619379" y="0"/>
                  </a:lnTo>
                  <a:cubicBezTo>
                    <a:pt x="697865" y="0"/>
                    <a:pt x="761619" y="66083"/>
                    <a:pt x="761619" y="147730"/>
                  </a:cubicBezTo>
                  <a:lnTo>
                    <a:pt x="761619" y="643285"/>
                  </a:lnTo>
                  <a:cubicBezTo>
                    <a:pt x="761619" y="724800"/>
                    <a:pt x="697992" y="791015"/>
                    <a:pt x="619379" y="791015"/>
                  </a:cubicBezTo>
                  <a:lnTo>
                    <a:pt x="142240" y="791015"/>
                  </a:lnTo>
                  <a:cubicBezTo>
                    <a:pt x="63627" y="791015"/>
                    <a:pt x="0" y="724932"/>
                    <a:pt x="0" y="643285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774319" cy="804205"/>
            </a:xfrm>
            <a:custGeom>
              <a:avLst/>
              <a:gdLst/>
              <a:ahLst/>
              <a:cxnLst/>
              <a:rect l="l" t="t" r="r" b="b"/>
              <a:pathLst>
                <a:path w="774319" h="804205">
                  <a:moveTo>
                    <a:pt x="0" y="154325"/>
                  </a:moveTo>
                  <a:cubicBezTo>
                    <a:pt x="0" y="69117"/>
                    <a:pt x="66548" y="0"/>
                    <a:pt x="148590" y="0"/>
                  </a:cubicBezTo>
                  <a:lnTo>
                    <a:pt x="625729" y="0"/>
                  </a:lnTo>
                  <a:lnTo>
                    <a:pt x="625729" y="6595"/>
                  </a:lnTo>
                  <a:lnTo>
                    <a:pt x="625729" y="0"/>
                  </a:lnTo>
                  <a:cubicBezTo>
                    <a:pt x="707771" y="0"/>
                    <a:pt x="774319" y="69117"/>
                    <a:pt x="774319" y="154325"/>
                  </a:cubicBezTo>
                  <a:lnTo>
                    <a:pt x="767969" y="154325"/>
                  </a:lnTo>
                  <a:lnTo>
                    <a:pt x="774319" y="154325"/>
                  </a:lnTo>
                  <a:lnTo>
                    <a:pt x="774319" y="649880"/>
                  </a:lnTo>
                  <a:lnTo>
                    <a:pt x="767969" y="649880"/>
                  </a:lnTo>
                  <a:lnTo>
                    <a:pt x="774319" y="649880"/>
                  </a:lnTo>
                  <a:cubicBezTo>
                    <a:pt x="774319" y="735089"/>
                    <a:pt x="707771" y="804205"/>
                    <a:pt x="625729" y="804205"/>
                  </a:cubicBezTo>
                  <a:lnTo>
                    <a:pt x="625729" y="797610"/>
                  </a:lnTo>
                  <a:lnTo>
                    <a:pt x="625729" y="804205"/>
                  </a:lnTo>
                  <a:lnTo>
                    <a:pt x="148590" y="804205"/>
                  </a:lnTo>
                  <a:lnTo>
                    <a:pt x="148590" y="797610"/>
                  </a:lnTo>
                  <a:lnTo>
                    <a:pt x="148590" y="804205"/>
                  </a:lnTo>
                  <a:cubicBezTo>
                    <a:pt x="66548" y="804205"/>
                    <a:pt x="0" y="735089"/>
                    <a:pt x="0" y="649880"/>
                  </a:cubicBezTo>
                  <a:lnTo>
                    <a:pt x="0" y="154325"/>
                  </a:lnTo>
                  <a:lnTo>
                    <a:pt x="6350" y="154325"/>
                  </a:lnTo>
                  <a:lnTo>
                    <a:pt x="0" y="154325"/>
                  </a:lnTo>
                  <a:moveTo>
                    <a:pt x="12700" y="154325"/>
                  </a:moveTo>
                  <a:lnTo>
                    <a:pt x="12700" y="649880"/>
                  </a:lnTo>
                  <a:lnTo>
                    <a:pt x="6350" y="649880"/>
                  </a:lnTo>
                  <a:lnTo>
                    <a:pt x="12700" y="649880"/>
                  </a:lnTo>
                  <a:cubicBezTo>
                    <a:pt x="12700" y="727834"/>
                    <a:pt x="73533" y="791015"/>
                    <a:pt x="148590" y="791015"/>
                  </a:cubicBezTo>
                  <a:lnTo>
                    <a:pt x="625729" y="791015"/>
                  </a:lnTo>
                  <a:cubicBezTo>
                    <a:pt x="700786" y="791015"/>
                    <a:pt x="761619" y="727834"/>
                    <a:pt x="761619" y="649880"/>
                  </a:cubicBezTo>
                  <a:lnTo>
                    <a:pt x="761619" y="154325"/>
                  </a:lnTo>
                  <a:cubicBezTo>
                    <a:pt x="761619" y="76371"/>
                    <a:pt x="700786" y="13190"/>
                    <a:pt x="625729" y="13190"/>
                  </a:cubicBezTo>
                  <a:lnTo>
                    <a:pt x="148590" y="13190"/>
                  </a:lnTo>
                  <a:lnTo>
                    <a:pt x="148590" y="6595"/>
                  </a:lnTo>
                  <a:lnTo>
                    <a:pt x="148590" y="13190"/>
                  </a:lnTo>
                  <a:cubicBezTo>
                    <a:pt x="73533" y="13190"/>
                    <a:pt x="12700" y="76371"/>
                    <a:pt x="12700" y="15432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69987" y="7328616"/>
            <a:ext cx="431795" cy="647700"/>
            <a:chOff x="0" y="0"/>
            <a:chExt cx="534392" cy="80159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34392" cy="801597"/>
            </a:xfrm>
            <a:custGeom>
              <a:avLst/>
              <a:gdLst/>
              <a:ahLst/>
              <a:cxnLst/>
              <a:rect l="l" t="t" r="r" b="b"/>
              <a:pathLst>
                <a:path w="534392" h="801597">
                  <a:moveTo>
                    <a:pt x="0" y="0"/>
                  </a:moveTo>
                  <a:lnTo>
                    <a:pt x="534392" y="0"/>
                  </a:lnTo>
                  <a:lnTo>
                    <a:pt x="534392" y="801597"/>
                  </a:lnTo>
                  <a:lnTo>
                    <a:pt x="0" y="801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66675"/>
              <a:ext cx="534392" cy="734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5"/>
                </a:lnSpc>
              </a:pPr>
              <a:r>
                <a:rPr lang="en-US" sz="31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5192" y="8745359"/>
            <a:ext cx="4501224" cy="546227"/>
            <a:chOff x="0" y="0"/>
            <a:chExt cx="5570737" cy="67601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570737" cy="676013"/>
            </a:xfrm>
            <a:custGeom>
              <a:avLst/>
              <a:gdLst/>
              <a:ahLst/>
              <a:cxnLst/>
              <a:rect l="l" t="t" r="r" b="b"/>
              <a:pathLst>
                <a:path w="5570737" h="676013">
                  <a:moveTo>
                    <a:pt x="0" y="0"/>
                  </a:moveTo>
                  <a:lnTo>
                    <a:pt x="5570737" y="0"/>
                  </a:lnTo>
                  <a:lnTo>
                    <a:pt x="5570737" y="676013"/>
                  </a:lnTo>
                  <a:lnTo>
                    <a:pt x="0" y="676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5570737" cy="685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Create/Clone the app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90936" y="7608967"/>
            <a:ext cx="30785" cy="852293"/>
            <a:chOff x="0" y="0"/>
            <a:chExt cx="38100" cy="105480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" cy="1054818"/>
            </a:xfrm>
            <a:custGeom>
              <a:avLst/>
              <a:gdLst/>
              <a:ahLst/>
              <a:cxnLst/>
              <a:rect l="l" t="t" r="r" b="b"/>
              <a:pathLst>
                <a:path w="38100" h="1054818">
                  <a:moveTo>
                    <a:pt x="0" y="19785"/>
                  </a:moveTo>
                  <a:cubicBezTo>
                    <a:pt x="0" y="8837"/>
                    <a:pt x="8509" y="0"/>
                    <a:pt x="19050" y="0"/>
                  </a:cubicBezTo>
                  <a:cubicBezTo>
                    <a:pt x="29591" y="0"/>
                    <a:pt x="38100" y="8837"/>
                    <a:pt x="38100" y="19785"/>
                  </a:cubicBezTo>
                  <a:lnTo>
                    <a:pt x="38100" y="1035033"/>
                  </a:lnTo>
                  <a:cubicBezTo>
                    <a:pt x="38100" y="1045981"/>
                    <a:pt x="29591" y="1054818"/>
                    <a:pt x="19050" y="1054818"/>
                  </a:cubicBezTo>
                  <a:cubicBezTo>
                    <a:pt x="8509" y="1054818"/>
                    <a:pt x="0" y="1045981"/>
                    <a:pt x="0" y="1035033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893505" y="7284070"/>
            <a:ext cx="625647" cy="649795"/>
            <a:chOff x="0" y="0"/>
            <a:chExt cx="774303" cy="804189"/>
          </a:xfrm>
        </p:grpSpPr>
        <p:sp>
          <p:nvSpPr>
            <p:cNvPr id="52" name="Freeform 52"/>
            <p:cNvSpPr/>
            <p:nvPr/>
          </p:nvSpPr>
          <p:spPr>
            <a:xfrm>
              <a:off x="6350" y="6595"/>
              <a:ext cx="761619" cy="791015"/>
            </a:xfrm>
            <a:custGeom>
              <a:avLst/>
              <a:gdLst/>
              <a:ahLst/>
              <a:cxnLst/>
              <a:rect l="l" t="t" r="r" b="b"/>
              <a:pathLst>
                <a:path w="761619" h="791015">
                  <a:moveTo>
                    <a:pt x="0" y="147730"/>
                  </a:moveTo>
                  <a:cubicBezTo>
                    <a:pt x="0" y="66083"/>
                    <a:pt x="63627" y="0"/>
                    <a:pt x="142240" y="0"/>
                  </a:cubicBezTo>
                  <a:lnTo>
                    <a:pt x="619379" y="0"/>
                  </a:lnTo>
                  <a:cubicBezTo>
                    <a:pt x="697865" y="0"/>
                    <a:pt x="761619" y="66083"/>
                    <a:pt x="761619" y="147730"/>
                  </a:cubicBezTo>
                  <a:lnTo>
                    <a:pt x="761619" y="643285"/>
                  </a:lnTo>
                  <a:cubicBezTo>
                    <a:pt x="761619" y="724800"/>
                    <a:pt x="697992" y="791015"/>
                    <a:pt x="619379" y="791015"/>
                  </a:cubicBezTo>
                  <a:lnTo>
                    <a:pt x="142240" y="791015"/>
                  </a:lnTo>
                  <a:cubicBezTo>
                    <a:pt x="63627" y="791015"/>
                    <a:pt x="0" y="724932"/>
                    <a:pt x="0" y="643285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0"/>
              <a:ext cx="774319" cy="804205"/>
            </a:xfrm>
            <a:custGeom>
              <a:avLst/>
              <a:gdLst/>
              <a:ahLst/>
              <a:cxnLst/>
              <a:rect l="l" t="t" r="r" b="b"/>
              <a:pathLst>
                <a:path w="774319" h="804205">
                  <a:moveTo>
                    <a:pt x="0" y="154325"/>
                  </a:moveTo>
                  <a:cubicBezTo>
                    <a:pt x="0" y="69117"/>
                    <a:pt x="66548" y="0"/>
                    <a:pt x="148590" y="0"/>
                  </a:cubicBezTo>
                  <a:lnTo>
                    <a:pt x="625729" y="0"/>
                  </a:lnTo>
                  <a:lnTo>
                    <a:pt x="625729" y="6595"/>
                  </a:lnTo>
                  <a:lnTo>
                    <a:pt x="625729" y="0"/>
                  </a:lnTo>
                  <a:cubicBezTo>
                    <a:pt x="707771" y="0"/>
                    <a:pt x="774319" y="69117"/>
                    <a:pt x="774319" y="154325"/>
                  </a:cubicBezTo>
                  <a:lnTo>
                    <a:pt x="767969" y="154325"/>
                  </a:lnTo>
                  <a:lnTo>
                    <a:pt x="774319" y="154325"/>
                  </a:lnTo>
                  <a:lnTo>
                    <a:pt x="774319" y="649880"/>
                  </a:lnTo>
                  <a:lnTo>
                    <a:pt x="767969" y="649880"/>
                  </a:lnTo>
                  <a:lnTo>
                    <a:pt x="774319" y="649880"/>
                  </a:lnTo>
                  <a:cubicBezTo>
                    <a:pt x="774319" y="735089"/>
                    <a:pt x="707771" y="804205"/>
                    <a:pt x="625729" y="804205"/>
                  </a:cubicBezTo>
                  <a:lnTo>
                    <a:pt x="625729" y="797610"/>
                  </a:lnTo>
                  <a:lnTo>
                    <a:pt x="625729" y="804205"/>
                  </a:lnTo>
                  <a:lnTo>
                    <a:pt x="148590" y="804205"/>
                  </a:lnTo>
                  <a:lnTo>
                    <a:pt x="148590" y="797610"/>
                  </a:lnTo>
                  <a:lnTo>
                    <a:pt x="148590" y="804205"/>
                  </a:lnTo>
                  <a:cubicBezTo>
                    <a:pt x="66548" y="804205"/>
                    <a:pt x="0" y="735089"/>
                    <a:pt x="0" y="649880"/>
                  </a:cubicBezTo>
                  <a:lnTo>
                    <a:pt x="0" y="154325"/>
                  </a:lnTo>
                  <a:lnTo>
                    <a:pt x="6350" y="154325"/>
                  </a:lnTo>
                  <a:lnTo>
                    <a:pt x="0" y="154325"/>
                  </a:lnTo>
                  <a:moveTo>
                    <a:pt x="12700" y="154325"/>
                  </a:moveTo>
                  <a:lnTo>
                    <a:pt x="12700" y="649880"/>
                  </a:lnTo>
                  <a:lnTo>
                    <a:pt x="6350" y="649880"/>
                  </a:lnTo>
                  <a:lnTo>
                    <a:pt x="12700" y="649880"/>
                  </a:lnTo>
                  <a:cubicBezTo>
                    <a:pt x="12700" y="727834"/>
                    <a:pt x="73533" y="791015"/>
                    <a:pt x="148590" y="791015"/>
                  </a:cubicBezTo>
                  <a:lnTo>
                    <a:pt x="625729" y="791015"/>
                  </a:lnTo>
                  <a:cubicBezTo>
                    <a:pt x="700786" y="791015"/>
                    <a:pt x="761619" y="727834"/>
                    <a:pt x="761619" y="649880"/>
                  </a:cubicBezTo>
                  <a:lnTo>
                    <a:pt x="761619" y="154325"/>
                  </a:lnTo>
                  <a:cubicBezTo>
                    <a:pt x="761619" y="76371"/>
                    <a:pt x="700786" y="13190"/>
                    <a:pt x="625729" y="13190"/>
                  </a:cubicBezTo>
                  <a:lnTo>
                    <a:pt x="148590" y="13190"/>
                  </a:lnTo>
                  <a:lnTo>
                    <a:pt x="148590" y="6595"/>
                  </a:lnTo>
                  <a:lnTo>
                    <a:pt x="148590" y="13190"/>
                  </a:lnTo>
                  <a:cubicBezTo>
                    <a:pt x="73533" y="13190"/>
                    <a:pt x="12700" y="76371"/>
                    <a:pt x="12700" y="15432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90430" y="7328616"/>
            <a:ext cx="431795" cy="647700"/>
            <a:chOff x="0" y="0"/>
            <a:chExt cx="534392" cy="80159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34392" cy="801597"/>
            </a:xfrm>
            <a:custGeom>
              <a:avLst/>
              <a:gdLst/>
              <a:ahLst/>
              <a:cxnLst/>
              <a:rect l="l" t="t" r="r" b="b"/>
              <a:pathLst>
                <a:path w="534392" h="801597">
                  <a:moveTo>
                    <a:pt x="0" y="0"/>
                  </a:moveTo>
                  <a:lnTo>
                    <a:pt x="534392" y="0"/>
                  </a:lnTo>
                  <a:lnTo>
                    <a:pt x="534392" y="801597"/>
                  </a:lnTo>
                  <a:lnTo>
                    <a:pt x="0" y="801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6675"/>
              <a:ext cx="534392" cy="734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5"/>
                </a:lnSpc>
              </a:pPr>
              <a:r>
                <a:rPr lang="en-US" sz="31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406673" y="8745359"/>
            <a:ext cx="3599151" cy="546227"/>
            <a:chOff x="0" y="0"/>
            <a:chExt cx="4454327" cy="67601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454327" cy="676013"/>
            </a:xfrm>
            <a:custGeom>
              <a:avLst/>
              <a:gdLst/>
              <a:ahLst/>
              <a:cxnLst/>
              <a:rect l="l" t="t" r="r" b="b"/>
              <a:pathLst>
                <a:path w="4454327" h="676013">
                  <a:moveTo>
                    <a:pt x="0" y="0"/>
                  </a:moveTo>
                  <a:lnTo>
                    <a:pt x="4454327" y="0"/>
                  </a:lnTo>
                  <a:lnTo>
                    <a:pt x="4454327" y="676013"/>
                  </a:lnTo>
                  <a:lnTo>
                    <a:pt x="0" y="676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4454327" cy="685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Write Unit Tests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211381" y="7608967"/>
            <a:ext cx="30785" cy="852293"/>
            <a:chOff x="0" y="0"/>
            <a:chExt cx="38100" cy="105480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8100" cy="1054818"/>
            </a:xfrm>
            <a:custGeom>
              <a:avLst/>
              <a:gdLst/>
              <a:ahLst/>
              <a:cxnLst/>
              <a:rect l="l" t="t" r="r" b="b"/>
              <a:pathLst>
                <a:path w="38100" h="1054818">
                  <a:moveTo>
                    <a:pt x="0" y="19785"/>
                  </a:moveTo>
                  <a:cubicBezTo>
                    <a:pt x="0" y="8837"/>
                    <a:pt x="8509" y="0"/>
                    <a:pt x="19050" y="0"/>
                  </a:cubicBezTo>
                  <a:cubicBezTo>
                    <a:pt x="29591" y="0"/>
                    <a:pt x="38100" y="8837"/>
                    <a:pt x="38100" y="19785"/>
                  </a:cubicBezTo>
                  <a:lnTo>
                    <a:pt x="38100" y="1035033"/>
                  </a:lnTo>
                  <a:cubicBezTo>
                    <a:pt x="38100" y="1045981"/>
                    <a:pt x="29591" y="1054818"/>
                    <a:pt x="19050" y="1054818"/>
                  </a:cubicBezTo>
                  <a:cubicBezTo>
                    <a:pt x="8509" y="1054818"/>
                    <a:pt x="0" y="1045981"/>
                    <a:pt x="0" y="1035033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913950" y="7284070"/>
            <a:ext cx="625647" cy="649795"/>
            <a:chOff x="0" y="0"/>
            <a:chExt cx="774303" cy="804189"/>
          </a:xfrm>
        </p:grpSpPr>
        <p:sp>
          <p:nvSpPr>
            <p:cNvPr id="63" name="Freeform 63"/>
            <p:cNvSpPr/>
            <p:nvPr/>
          </p:nvSpPr>
          <p:spPr>
            <a:xfrm>
              <a:off x="6350" y="6595"/>
              <a:ext cx="761619" cy="791015"/>
            </a:xfrm>
            <a:custGeom>
              <a:avLst/>
              <a:gdLst/>
              <a:ahLst/>
              <a:cxnLst/>
              <a:rect l="l" t="t" r="r" b="b"/>
              <a:pathLst>
                <a:path w="761619" h="791015">
                  <a:moveTo>
                    <a:pt x="0" y="147730"/>
                  </a:moveTo>
                  <a:cubicBezTo>
                    <a:pt x="0" y="66083"/>
                    <a:pt x="63627" y="0"/>
                    <a:pt x="142240" y="0"/>
                  </a:cubicBezTo>
                  <a:lnTo>
                    <a:pt x="619379" y="0"/>
                  </a:lnTo>
                  <a:cubicBezTo>
                    <a:pt x="697865" y="0"/>
                    <a:pt x="761619" y="66083"/>
                    <a:pt x="761619" y="147730"/>
                  </a:cubicBezTo>
                  <a:lnTo>
                    <a:pt x="761619" y="643285"/>
                  </a:lnTo>
                  <a:cubicBezTo>
                    <a:pt x="761619" y="724800"/>
                    <a:pt x="697992" y="791015"/>
                    <a:pt x="619379" y="791015"/>
                  </a:cubicBezTo>
                  <a:lnTo>
                    <a:pt x="142240" y="791015"/>
                  </a:lnTo>
                  <a:cubicBezTo>
                    <a:pt x="63627" y="791015"/>
                    <a:pt x="0" y="724932"/>
                    <a:pt x="0" y="643285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774319" cy="804205"/>
            </a:xfrm>
            <a:custGeom>
              <a:avLst/>
              <a:gdLst/>
              <a:ahLst/>
              <a:cxnLst/>
              <a:rect l="l" t="t" r="r" b="b"/>
              <a:pathLst>
                <a:path w="774319" h="804205">
                  <a:moveTo>
                    <a:pt x="0" y="154325"/>
                  </a:moveTo>
                  <a:cubicBezTo>
                    <a:pt x="0" y="69117"/>
                    <a:pt x="66548" y="0"/>
                    <a:pt x="148590" y="0"/>
                  </a:cubicBezTo>
                  <a:lnTo>
                    <a:pt x="625729" y="0"/>
                  </a:lnTo>
                  <a:lnTo>
                    <a:pt x="625729" y="6595"/>
                  </a:lnTo>
                  <a:lnTo>
                    <a:pt x="625729" y="0"/>
                  </a:lnTo>
                  <a:cubicBezTo>
                    <a:pt x="707771" y="0"/>
                    <a:pt x="774319" y="69117"/>
                    <a:pt x="774319" y="154325"/>
                  </a:cubicBezTo>
                  <a:lnTo>
                    <a:pt x="767969" y="154325"/>
                  </a:lnTo>
                  <a:lnTo>
                    <a:pt x="774319" y="154325"/>
                  </a:lnTo>
                  <a:lnTo>
                    <a:pt x="774319" y="649880"/>
                  </a:lnTo>
                  <a:lnTo>
                    <a:pt x="767969" y="649880"/>
                  </a:lnTo>
                  <a:lnTo>
                    <a:pt x="774319" y="649880"/>
                  </a:lnTo>
                  <a:cubicBezTo>
                    <a:pt x="774319" y="735089"/>
                    <a:pt x="707771" y="804205"/>
                    <a:pt x="625729" y="804205"/>
                  </a:cubicBezTo>
                  <a:lnTo>
                    <a:pt x="625729" y="797610"/>
                  </a:lnTo>
                  <a:lnTo>
                    <a:pt x="625729" y="804205"/>
                  </a:lnTo>
                  <a:lnTo>
                    <a:pt x="148590" y="804205"/>
                  </a:lnTo>
                  <a:lnTo>
                    <a:pt x="148590" y="797610"/>
                  </a:lnTo>
                  <a:lnTo>
                    <a:pt x="148590" y="804205"/>
                  </a:lnTo>
                  <a:cubicBezTo>
                    <a:pt x="66548" y="804205"/>
                    <a:pt x="0" y="735089"/>
                    <a:pt x="0" y="649880"/>
                  </a:cubicBezTo>
                  <a:lnTo>
                    <a:pt x="0" y="154325"/>
                  </a:lnTo>
                  <a:lnTo>
                    <a:pt x="6350" y="154325"/>
                  </a:lnTo>
                  <a:lnTo>
                    <a:pt x="0" y="154325"/>
                  </a:lnTo>
                  <a:moveTo>
                    <a:pt x="12700" y="154325"/>
                  </a:moveTo>
                  <a:lnTo>
                    <a:pt x="12700" y="649880"/>
                  </a:lnTo>
                  <a:lnTo>
                    <a:pt x="6350" y="649880"/>
                  </a:lnTo>
                  <a:lnTo>
                    <a:pt x="12700" y="649880"/>
                  </a:lnTo>
                  <a:cubicBezTo>
                    <a:pt x="12700" y="727834"/>
                    <a:pt x="73533" y="791015"/>
                    <a:pt x="148590" y="791015"/>
                  </a:cubicBezTo>
                  <a:lnTo>
                    <a:pt x="625729" y="791015"/>
                  </a:lnTo>
                  <a:cubicBezTo>
                    <a:pt x="700786" y="791015"/>
                    <a:pt x="761619" y="727834"/>
                    <a:pt x="761619" y="649880"/>
                  </a:cubicBezTo>
                  <a:lnTo>
                    <a:pt x="761619" y="154325"/>
                  </a:lnTo>
                  <a:cubicBezTo>
                    <a:pt x="761619" y="76371"/>
                    <a:pt x="700786" y="13190"/>
                    <a:pt x="625729" y="13190"/>
                  </a:cubicBezTo>
                  <a:lnTo>
                    <a:pt x="148590" y="13190"/>
                  </a:lnTo>
                  <a:lnTo>
                    <a:pt x="148590" y="6595"/>
                  </a:lnTo>
                  <a:lnTo>
                    <a:pt x="148590" y="13190"/>
                  </a:lnTo>
                  <a:cubicBezTo>
                    <a:pt x="73533" y="13190"/>
                    <a:pt x="12700" y="76371"/>
                    <a:pt x="12700" y="154325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010875" y="7328616"/>
            <a:ext cx="431795" cy="647700"/>
            <a:chOff x="0" y="0"/>
            <a:chExt cx="534392" cy="80159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34392" cy="801597"/>
            </a:xfrm>
            <a:custGeom>
              <a:avLst/>
              <a:gdLst/>
              <a:ahLst/>
              <a:cxnLst/>
              <a:rect l="l" t="t" r="r" b="b"/>
              <a:pathLst>
                <a:path w="534392" h="801597">
                  <a:moveTo>
                    <a:pt x="0" y="0"/>
                  </a:moveTo>
                  <a:lnTo>
                    <a:pt x="534392" y="0"/>
                  </a:lnTo>
                  <a:lnTo>
                    <a:pt x="534392" y="801597"/>
                  </a:lnTo>
                  <a:lnTo>
                    <a:pt x="0" y="801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66675"/>
              <a:ext cx="534392" cy="734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5"/>
                </a:lnSpc>
              </a:pPr>
              <a:r>
                <a:rPr lang="en-US" sz="31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626860" y="8724115"/>
            <a:ext cx="5199825" cy="955802"/>
            <a:chOff x="0" y="0"/>
            <a:chExt cx="6435328" cy="118290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35329" cy="1182905"/>
            </a:xfrm>
            <a:custGeom>
              <a:avLst/>
              <a:gdLst/>
              <a:ahLst/>
              <a:cxnLst/>
              <a:rect l="l" t="t" r="r" b="b"/>
              <a:pathLst>
                <a:path w="6435329" h="1182905">
                  <a:moveTo>
                    <a:pt x="0" y="0"/>
                  </a:moveTo>
                  <a:lnTo>
                    <a:pt x="6435329" y="0"/>
                  </a:lnTo>
                  <a:lnTo>
                    <a:pt x="6435329" y="1182905"/>
                  </a:lnTo>
                  <a:lnTo>
                    <a:pt x="0" y="11829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6435328" cy="1192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9"/>
                </a:lnSpc>
              </a:pPr>
              <a:r>
                <a:rPr lang="en-US" sz="2625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Automating Unit Tests in CI/CD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6462" y="441926"/>
            <a:ext cx="10982265" cy="1111767"/>
            <a:chOff x="0" y="0"/>
            <a:chExt cx="13800337" cy="1397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00337" cy="1397048"/>
            </a:xfrm>
            <a:custGeom>
              <a:avLst/>
              <a:gdLst/>
              <a:ahLst/>
              <a:cxnLst/>
              <a:rect l="l" t="t" r="r" b="b"/>
              <a:pathLst>
                <a:path w="13800337" h="1397048">
                  <a:moveTo>
                    <a:pt x="0" y="0"/>
                  </a:moveTo>
                  <a:lnTo>
                    <a:pt x="13800337" y="0"/>
                  </a:lnTo>
                  <a:lnTo>
                    <a:pt x="13800337" y="1397048"/>
                  </a:lnTo>
                  <a:lnTo>
                    <a:pt x="0" y="13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800337" cy="1425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59"/>
                </a:lnSpc>
              </a:pPr>
              <a:r>
                <a:rPr lang="en-US" sz="4037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Assignment: To-Do List App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16462" y="1667097"/>
            <a:ext cx="3336132" cy="542809"/>
            <a:chOff x="0" y="0"/>
            <a:chExt cx="4192190" cy="6820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92190" cy="682095"/>
            </a:xfrm>
            <a:custGeom>
              <a:avLst/>
              <a:gdLst/>
              <a:ahLst/>
              <a:cxnLst/>
              <a:rect l="l" t="t" r="r" b="b"/>
              <a:pathLst>
                <a:path w="4192190" h="682095">
                  <a:moveTo>
                    <a:pt x="0" y="0"/>
                  </a:moveTo>
                  <a:lnTo>
                    <a:pt x="4192190" y="0"/>
                  </a:lnTo>
                  <a:lnTo>
                    <a:pt x="4192190" y="682095"/>
                  </a:lnTo>
                  <a:lnTo>
                    <a:pt x="0" y="682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192190" cy="691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Task: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6462" y="2232867"/>
            <a:ext cx="17630053" cy="996652"/>
            <a:chOff x="0" y="0"/>
            <a:chExt cx="22153960" cy="12523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53959" cy="1252395"/>
            </a:xfrm>
            <a:custGeom>
              <a:avLst/>
              <a:gdLst/>
              <a:ahLst/>
              <a:cxnLst/>
              <a:rect l="l" t="t" r="r" b="b"/>
              <a:pathLst>
                <a:path w="22153959" h="1252395">
                  <a:moveTo>
                    <a:pt x="0" y="0"/>
                  </a:moveTo>
                  <a:lnTo>
                    <a:pt x="22153959" y="0"/>
                  </a:lnTo>
                  <a:lnTo>
                    <a:pt x="22153959" y="1252395"/>
                  </a:lnTo>
                  <a:lnTo>
                    <a:pt x="0" y="12523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22153960" cy="1357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340" lvl="1" indent="-194170" algn="l">
                <a:lnSpc>
                  <a:spcPts val="4119"/>
                </a:lnSpc>
                <a:buFont typeface="Arial"/>
                <a:buChar char="•"/>
              </a:pPr>
              <a:r>
                <a:rPr lang="en-US" sz="2574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 implement and test the </a:t>
              </a:r>
              <a:r>
                <a:rPr lang="en-US" sz="257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To-Do List App</a:t>
              </a:r>
              <a:r>
                <a:rPr lang="en-US" sz="2574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using pytest, and then set up </a:t>
              </a:r>
              <a:r>
                <a:rPr lang="en-US" sz="257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CI/CD automation</a:t>
              </a:r>
              <a:r>
                <a:rPr lang="en-US" sz="2574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using </a:t>
              </a:r>
              <a:r>
                <a:rPr lang="en-US" sz="257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 Actions</a:t>
              </a:r>
              <a:r>
                <a:rPr lang="en-US" sz="2574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01300" y="3908692"/>
            <a:ext cx="4481701" cy="542809"/>
            <a:chOff x="0" y="0"/>
            <a:chExt cx="5631715" cy="6820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31714" cy="682095"/>
            </a:xfrm>
            <a:custGeom>
              <a:avLst/>
              <a:gdLst/>
              <a:ahLst/>
              <a:cxnLst/>
              <a:rect l="l" t="t" r="r" b="b"/>
              <a:pathLst>
                <a:path w="5631714" h="682095">
                  <a:moveTo>
                    <a:pt x="0" y="0"/>
                  </a:moveTo>
                  <a:lnTo>
                    <a:pt x="5631714" y="0"/>
                  </a:lnTo>
                  <a:lnTo>
                    <a:pt x="5631714" y="682095"/>
                  </a:lnTo>
                  <a:lnTo>
                    <a:pt x="0" y="682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631715" cy="691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062"/>
                </a:lnSpc>
              </a:pPr>
              <a:r>
                <a:rPr lang="en-US" sz="243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Set Up Your Project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6462" y="4625094"/>
            <a:ext cx="5966538" cy="1736467"/>
            <a:chOff x="0" y="0"/>
            <a:chExt cx="7497563" cy="21820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497563" cy="2182048"/>
            </a:xfrm>
            <a:custGeom>
              <a:avLst/>
              <a:gdLst/>
              <a:ahLst/>
              <a:cxnLst/>
              <a:rect l="l" t="t" r="r" b="b"/>
              <a:pathLst>
                <a:path w="7497563" h="2182048">
                  <a:moveTo>
                    <a:pt x="0" y="0"/>
                  </a:moveTo>
                  <a:lnTo>
                    <a:pt x="7497563" y="0"/>
                  </a:lnTo>
                  <a:lnTo>
                    <a:pt x="7497563" y="2182048"/>
                  </a:lnTo>
                  <a:lnTo>
                    <a:pt x="0" y="2182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7497563" cy="22772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750"/>
                </a:lnSpc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Create a new directory and initialize the repository, then set up a venv with pytest packages.</a:t>
              </a: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6763262" y="4079620"/>
            <a:ext cx="4936295" cy="5634822"/>
          </a:xfrm>
          <a:custGeom>
            <a:avLst/>
            <a:gdLst/>
            <a:ahLst/>
            <a:cxnLst/>
            <a:rect l="l" t="t" r="r" b="b"/>
            <a:pathLst>
              <a:path w="4936295" h="5634822">
                <a:moveTo>
                  <a:pt x="0" y="0"/>
                </a:moveTo>
                <a:lnTo>
                  <a:pt x="4936295" y="0"/>
                </a:lnTo>
                <a:lnTo>
                  <a:pt x="4936295" y="5634822"/>
                </a:lnTo>
                <a:lnTo>
                  <a:pt x="0" y="5634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75" r="-70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229588" y="4611935"/>
            <a:ext cx="643981" cy="735110"/>
            <a:chOff x="0" y="0"/>
            <a:chExt cx="809228" cy="923741"/>
          </a:xfrm>
        </p:grpSpPr>
        <p:sp>
          <p:nvSpPr>
            <p:cNvPr id="22" name="Freeform 22"/>
            <p:cNvSpPr/>
            <p:nvPr/>
          </p:nvSpPr>
          <p:spPr>
            <a:xfrm>
              <a:off x="6350" y="7249"/>
              <a:ext cx="796544" cy="909262"/>
            </a:xfrm>
            <a:custGeom>
              <a:avLst/>
              <a:gdLst/>
              <a:ahLst/>
              <a:cxnLst/>
              <a:rect l="l" t="t" r="r" b="b"/>
              <a:pathLst>
                <a:path w="796544" h="909262">
                  <a:moveTo>
                    <a:pt x="0" y="454630"/>
                  </a:moveTo>
                  <a:cubicBezTo>
                    <a:pt x="0" y="203540"/>
                    <a:pt x="178308" y="0"/>
                    <a:pt x="398272" y="0"/>
                  </a:cubicBezTo>
                  <a:cubicBezTo>
                    <a:pt x="618236" y="0"/>
                    <a:pt x="796544" y="203540"/>
                    <a:pt x="796544" y="454630"/>
                  </a:cubicBezTo>
                  <a:cubicBezTo>
                    <a:pt x="796544" y="705721"/>
                    <a:pt x="618236" y="909261"/>
                    <a:pt x="398272" y="909261"/>
                  </a:cubicBezTo>
                  <a:cubicBezTo>
                    <a:pt x="178308" y="909261"/>
                    <a:pt x="0" y="705721"/>
                    <a:pt x="0" y="45463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809244" cy="923757"/>
            </a:xfrm>
            <a:custGeom>
              <a:avLst/>
              <a:gdLst/>
              <a:ahLst/>
              <a:cxnLst/>
              <a:rect l="l" t="t" r="r" b="b"/>
              <a:pathLst>
                <a:path w="809244" h="923757">
                  <a:moveTo>
                    <a:pt x="0" y="461879"/>
                  </a:moveTo>
                  <a:cubicBezTo>
                    <a:pt x="0" y="206729"/>
                    <a:pt x="181102" y="0"/>
                    <a:pt x="404622" y="0"/>
                  </a:cubicBezTo>
                  <a:cubicBezTo>
                    <a:pt x="406527" y="0"/>
                    <a:pt x="408432" y="1015"/>
                    <a:pt x="409575" y="2754"/>
                  </a:cubicBezTo>
                  <a:lnTo>
                    <a:pt x="404622" y="7249"/>
                  </a:lnTo>
                  <a:lnTo>
                    <a:pt x="404622" y="0"/>
                  </a:lnTo>
                  <a:lnTo>
                    <a:pt x="404622" y="7249"/>
                  </a:lnTo>
                  <a:lnTo>
                    <a:pt x="404622" y="0"/>
                  </a:lnTo>
                  <a:cubicBezTo>
                    <a:pt x="628142" y="0"/>
                    <a:pt x="809244" y="206729"/>
                    <a:pt x="809244" y="461879"/>
                  </a:cubicBezTo>
                  <a:cubicBezTo>
                    <a:pt x="809244" y="464199"/>
                    <a:pt x="808355" y="466373"/>
                    <a:pt x="806704" y="467678"/>
                  </a:cubicBezTo>
                  <a:lnTo>
                    <a:pt x="802894" y="461879"/>
                  </a:lnTo>
                  <a:lnTo>
                    <a:pt x="809244" y="461879"/>
                  </a:lnTo>
                  <a:cubicBezTo>
                    <a:pt x="809244" y="717029"/>
                    <a:pt x="628142" y="923757"/>
                    <a:pt x="404622" y="923757"/>
                  </a:cubicBezTo>
                  <a:lnTo>
                    <a:pt x="404622" y="916510"/>
                  </a:lnTo>
                  <a:lnTo>
                    <a:pt x="404622" y="909262"/>
                  </a:lnTo>
                  <a:lnTo>
                    <a:pt x="404622" y="916510"/>
                  </a:lnTo>
                  <a:lnTo>
                    <a:pt x="404622" y="923757"/>
                  </a:lnTo>
                  <a:cubicBezTo>
                    <a:pt x="181102" y="923757"/>
                    <a:pt x="0" y="716884"/>
                    <a:pt x="0" y="461879"/>
                  </a:cubicBezTo>
                  <a:lnTo>
                    <a:pt x="6350" y="461879"/>
                  </a:lnTo>
                  <a:lnTo>
                    <a:pt x="0" y="461879"/>
                  </a:lnTo>
                  <a:moveTo>
                    <a:pt x="12700" y="461879"/>
                  </a:moveTo>
                  <a:lnTo>
                    <a:pt x="6350" y="461879"/>
                  </a:lnTo>
                  <a:lnTo>
                    <a:pt x="12700" y="461879"/>
                  </a:lnTo>
                  <a:cubicBezTo>
                    <a:pt x="12700" y="708911"/>
                    <a:pt x="188214" y="909262"/>
                    <a:pt x="404622" y="909262"/>
                  </a:cubicBezTo>
                  <a:cubicBezTo>
                    <a:pt x="408178" y="909262"/>
                    <a:pt x="410972" y="912451"/>
                    <a:pt x="410972" y="916510"/>
                  </a:cubicBezTo>
                  <a:cubicBezTo>
                    <a:pt x="410972" y="920569"/>
                    <a:pt x="408178" y="923757"/>
                    <a:pt x="404622" y="923757"/>
                  </a:cubicBezTo>
                  <a:cubicBezTo>
                    <a:pt x="401066" y="923757"/>
                    <a:pt x="398272" y="920569"/>
                    <a:pt x="398272" y="916510"/>
                  </a:cubicBezTo>
                  <a:cubicBezTo>
                    <a:pt x="398272" y="912451"/>
                    <a:pt x="401066" y="909262"/>
                    <a:pt x="404622" y="909262"/>
                  </a:cubicBezTo>
                  <a:cubicBezTo>
                    <a:pt x="621030" y="909262"/>
                    <a:pt x="796544" y="708911"/>
                    <a:pt x="796544" y="461879"/>
                  </a:cubicBezTo>
                  <a:cubicBezTo>
                    <a:pt x="796544" y="459560"/>
                    <a:pt x="797433" y="457385"/>
                    <a:pt x="799084" y="456080"/>
                  </a:cubicBezTo>
                  <a:lnTo>
                    <a:pt x="802894" y="461879"/>
                  </a:lnTo>
                  <a:lnTo>
                    <a:pt x="796544" y="461879"/>
                  </a:lnTo>
                  <a:cubicBezTo>
                    <a:pt x="796544" y="214848"/>
                    <a:pt x="621030" y="14497"/>
                    <a:pt x="404622" y="14497"/>
                  </a:cubicBezTo>
                  <a:cubicBezTo>
                    <a:pt x="402717" y="14497"/>
                    <a:pt x="400812" y="13482"/>
                    <a:pt x="399669" y="11743"/>
                  </a:cubicBezTo>
                  <a:lnTo>
                    <a:pt x="404622" y="7249"/>
                  </a:lnTo>
                  <a:lnTo>
                    <a:pt x="404622" y="14497"/>
                  </a:lnTo>
                  <a:cubicBezTo>
                    <a:pt x="188214" y="14497"/>
                    <a:pt x="12700" y="214848"/>
                    <a:pt x="12700" y="461879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08981" y="4726561"/>
            <a:ext cx="285196" cy="456264"/>
            <a:chOff x="0" y="0"/>
            <a:chExt cx="358378" cy="5733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8378" cy="573343"/>
            </a:xfrm>
            <a:custGeom>
              <a:avLst/>
              <a:gdLst/>
              <a:ahLst/>
              <a:cxnLst/>
              <a:rect l="l" t="t" r="r" b="b"/>
              <a:pathLst>
                <a:path w="358378" h="573343">
                  <a:moveTo>
                    <a:pt x="0" y="0"/>
                  </a:moveTo>
                  <a:lnTo>
                    <a:pt x="358378" y="0"/>
                  </a:lnTo>
                  <a:lnTo>
                    <a:pt x="358378" y="573343"/>
                  </a:lnTo>
                  <a:lnTo>
                    <a:pt x="0" y="573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358378" cy="668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79818" y="3617404"/>
            <a:ext cx="5966697" cy="1167221"/>
            <a:chOff x="0" y="0"/>
            <a:chExt cx="7497763" cy="14667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97763" cy="1466733"/>
            </a:xfrm>
            <a:custGeom>
              <a:avLst/>
              <a:gdLst/>
              <a:ahLst/>
              <a:cxnLst/>
              <a:rect l="l" t="t" r="r" b="b"/>
              <a:pathLst>
                <a:path w="7497763" h="1466733">
                  <a:moveTo>
                    <a:pt x="0" y="0"/>
                  </a:moveTo>
                  <a:lnTo>
                    <a:pt x="7497763" y="0"/>
                  </a:lnTo>
                  <a:lnTo>
                    <a:pt x="7497763" y="1466733"/>
                  </a:lnTo>
                  <a:lnTo>
                    <a:pt x="0" y="1466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7497763" cy="1476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Implement the To-Do List App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79818" y="4958219"/>
            <a:ext cx="5966697" cy="1736467"/>
            <a:chOff x="0" y="0"/>
            <a:chExt cx="7497763" cy="21820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497763" cy="2182048"/>
            </a:xfrm>
            <a:custGeom>
              <a:avLst/>
              <a:gdLst/>
              <a:ahLst/>
              <a:cxnLst/>
              <a:rect l="l" t="t" r="r" b="b"/>
              <a:pathLst>
                <a:path w="7497763" h="2182048">
                  <a:moveTo>
                    <a:pt x="0" y="0"/>
                  </a:moveTo>
                  <a:lnTo>
                    <a:pt x="7497763" y="0"/>
                  </a:lnTo>
                  <a:lnTo>
                    <a:pt x="7497763" y="2182048"/>
                  </a:lnTo>
                  <a:lnTo>
                    <a:pt x="0" y="2182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7497763" cy="22772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Create todo.py file &gt; Create test_todo.py file &gt; Run the frameworks successfully using </a:t>
              </a:r>
              <a:r>
                <a:rPr lang="en-US" sz="2312" i="1">
                  <a:solidFill>
                    <a:srgbClr val="FFE5E5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pytest -v</a:t>
              </a: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6763262" y="4079620"/>
            <a:ext cx="4936295" cy="5634822"/>
          </a:xfrm>
          <a:custGeom>
            <a:avLst/>
            <a:gdLst/>
            <a:ahLst/>
            <a:cxnLst/>
            <a:rect l="l" t="t" r="r" b="b"/>
            <a:pathLst>
              <a:path w="4936295" h="5634822">
                <a:moveTo>
                  <a:pt x="0" y="0"/>
                </a:moveTo>
                <a:lnTo>
                  <a:pt x="4936295" y="0"/>
                </a:lnTo>
                <a:lnTo>
                  <a:pt x="4936295" y="5634822"/>
                </a:lnTo>
                <a:lnTo>
                  <a:pt x="0" y="563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75" r="-70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0589091" y="4611935"/>
            <a:ext cx="643981" cy="735110"/>
            <a:chOff x="0" y="0"/>
            <a:chExt cx="809228" cy="923741"/>
          </a:xfrm>
        </p:grpSpPr>
        <p:sp>
          <p:nvSpPr>
            <p:cNvPr id="35" name="Freeform 35"/>
            <p:cNvSpPr/>
            <p:nvPr/>
          </p:nvSpPr>
          <p:spPr>
            <a:xfrm>
              <a:off x="6350" y="7249"/>
              <a:ext cx="796544" cy="909262"/>
            </a:xfrm>
            <a:custGeom>
              <a:avLst/>
              <a:gdLst/>
              <a:ahLst/>
              <a:cxnLst/>
              <a:rect l="l" t="t" r="r" b="b"/>
              <a:pathLst>
                <a:path w="796544" h="909262">
                  <a:moveTo>
                    <a:pt x="0" y="454630"/>
                  </a:moveTo>
                  <a:cubicBezTo>
                    <a:pt x="0" y="203540"/>
                    <a:pt x="178308" y="0"/>
                    <a:pt x="398272" y="0"/>
                  </a:cubicBezTo>
                  <a:cubicBezTo>
                    <a:pt x="618236" y="0"/>
                    <a:pt x="796544" y="203540"/>
                    <a:pt x="796544" y="454630"/>
                  </a:cubicBezTo>
                  <a:cubicBezTo>
                    <a:pt x="796544" y="705721"/>
                    <a:pt x="618236" y="909261"/>
                    <a:pt x="398272" y="909261"/>
                  </a:cubicBezTo>
                  <a:cubicBezTo>
                    <a:pt x="178308" y="909261"/>
                    <a:pt x="0" y="705721"/>
                    <a:pt x="0" y="45463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809244" cy="923757"/>
            </a:xfrm>
            <a:custGeom>
              <a:avLst/>
              <a:gdLst/>
              <a:ahLst/>
              <a:cxnLst/>
              <a:rect l="l" t="t" r="r" b="b"/>
              <a:pathLst>
                <a:path w="809244" h="923757">
                  <a:moveTo>
                    <a:pt x="0" y="461879"/>
                  </a:moveTo>
                  <a:cubicBezTo>
                    <a:pt x="0" y="206729"/>
                    <a:pt x="181102" y="0"/>
                    <a:pt x="404622" y="0"/>
                  </a:cubicBezTo>
                  <a:cubicBezTo>
                    <a:pt x="406527" y="0"/>
                    <a:pt x="408432" y="1015"/>
                    <a:pt x="409575" y="2754"/>
                  </a:cubicBezTo>
                  <a:lnTo>
                    <a:pt x="404622" y="7249"/>
                  </a:lnTo>
                  <a:lnTo>
                    <a:pt x="404622" y="0"/>
                  </a:lnTo>
                  <a:lnTo>
                    <a:pt x="404622" y="7249"/>
                  </a:lnTo>
                  <a:lnTo>
                    <a:pt x="404622" y="0"/>
                  </a:lnTo>
                  <a:cubicBezTo>
                    <a:pt x="628142" y="0"/>
                    <a:pt x="809244" y="206729"/>
                    <a:pt x="809244" y="461879"/>
                  </a:cubicBezTo>
                  <a:cubicBezTo>
                    <a:pt x="809244" y="464199"/>
                    <a:pt x="808355" y="466373"/>
                    <a:pt x="806704" y="467678"/>
                  </a:cubicBezTo>
                  <a:lnTo>
                    <a:pt x="802894" y="461879"/>
                  </a:lnTo>
                  <a:lnTo>
                    <a:pt x="809244" y="461879"/>
                  </a:lnTo>
                  <a:cubicBezTo>
                    <a:pt x="809244" y="717029"/>
                    <a:pt x="628142" y="923757"/>
                    <a:pt x="404622" y="923757"/>
                  </a:cubicBezTo>
                  <a:lnTo>
                    <a:pt x="404622" y="916510"/>
                  </a:lnTo>
                  <a:lnTo>
                    <a:pt x="404622" y="909262"/>
                  </a:lnTo>
                  <a:lnTo>
                    <a:pt x="404622" y="916510"/>
                  </a:lnTo>
                  <a:lnTo>
                    <a:pt x="404622" y="923757"/>
                  </a:lnTo>
                  <a:cubicBezTo>
                    <a:pt x="181102" y="923757"/>
                    <a:pt x="0" y="716884"/>
                    <a:pt x="0" y="461879"/>
                  </a:cubicBezTo>
                  <a:lnTo>
                    <a:pt x="6350" y="461879"/>
                  </a:lnTo>
                  <a:lnTo>
                    <a:pt x="0" y="461879"/>
                  </a:lnTo>
                  <a:moveTo>
                    <a:pt x="12700" y="461879"/>
                  </a:moveTo>
                  <a:lnTo>
                    <a:pt x="6350" y="461879"/>
                  </a:lnTo>
                  <a:lnTo>
                    <a:pt x="12700" y="461879"/>
                  </a:lnTo>
                  <a:cubicBezTo>
                    <a:pt x="12700" y="708911"/>
                    <a:pt x="188214" y="909262"/>
                    <a:pt x="404622" y="909262"/>
                  </a:cubicBezTo>
                  <a:cubicBezTo>
                    <a:pt x="408178" y="909262"/>
                    <a:pt x="410972" y="912451"/>
                    <a:pt x="410972" y="916510"/>
                  </a:cubicBezTo>
                  <a:cubicBezTo>
                    <a:pt x="410972" y="920569"/>
                    <a:pt x="408178" y="923757"/>
                    <a:pt x="404622" y="923757"/>
                  </a:cubicBezTo>
                  <a:cubicBezTo>
                    <a:pt x="401066" y="923757"/>
                    <a:pt x="398272" y="920569"/>
                    <a:pt x="398272" y="916510"/>
                  </a:cubicBezTo>
                  <a:cubicBezTo>
                    <a:pt x="398272" y="912451"/>
                    <a:pt x="401066" y="909262"/>
                    <a:pt x="404622" y="909262"/>
                  </a:cubicBezTo>
                  <a:cubicBezTo>
                    <a:pt x="621030" y="909262"/>
                    <a:pt x="796544" y="708911"/>
                    <a:pt x="796544" y="461879"/>
                  </a:cubicBezTo>
                  <a:cubicBezTo>
                    <a:pt x="796544" y="459560"/>
                    <a:pt x="797433" y="457385"/>
                    <a:pt x="799084" y="456080"/>
                  </a:cubicBezTo>
                  <a:lnTo>
                    <a:pt x="802894" y="461879"/>
                  </a:lnTo>
                  <a:lnTo>
                    <a:pt x="796544" y="461879"/>
                  </a:lnTo>
                  <a:cubicBezTo>
                    <a:pt x="796544" y="214848"/>
                    <a:pt x="621030" y="14497"/>
                    <a:pt x="404622" y="14497"/>
                  </a:cubicBezTo>
                  <a:cubicBezTo>
                    <a:pt x="402717" y="14497"/>
                    <a:pt x="400812" y="13482"/>
                    <a:pt x="399669" y="11743"/>
                  </a:cubicBezTo>
                  <a:lnTo>
                    <a:pt x="404622" y="7249"/>
                  </a:lnTo>
                  <a:lnTo>
                    <a:pt x="404622" y="14497"/>
                  </a:lnTo>
                  <a:cubicBezTo>
                    <a:pt x="188214" y="14497"/>
                    <a:pt x="12700" y="214848"/>
                    <a:pt x="12700" y="461879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768484" y="4726561"/>
            <a:ext cx="285196" cy="456264"/>
            <a:chOff x="0" y="0"/>
            <a:chExt cx="358378" cy="5733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58378" cy="573343"/>
            </a:xfrm>
            <a:custGeom>
              <a:avLst/>
              <a:gdLst/>
              <a:ahLst/>
              <a:cxnLst/>
              <a:rect l="l" t="t" r="r" b="b"/>
              <a:pathLst>
                <a:path w="358378" h="573343">
                  <a:moveTo>
                    <a:pt x="0" y="0"/>
                  </a:moveTo>
                  <a:lnTo>
                    <a:pt x="358378" y="0"/>
                  </a:lnTo>
                  <a:lnTo>
                    <a:pt x="358378" y="573343"/>
                  </a:lnTo>
                  <a:lnTo>
                    <a:pt x="0" y="573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358378" cy="668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079818" y="7351343"/>
            <a:ext cx="3938239" cy="542809"/>
            <a:chOff x="0" y="0"/>
            <a:chExt cx="4948799" cy="6820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948799" cy="682095"/>
            </a:xfrm>
            <a:custGeom>
              <a:avLst/>
              <a:gdLst/>
              <a:ahLst/>
              <a:cxnLst/>
              <a:rect l="l" t="t" r="r" b="b"/>
              <a:pathLst>
                <a:path w="4948799" h="682095">
                  <a:moveTo>
                    <a:pt x="0" y="0"/>
                  </a:moveTo>
                  <a:lnTo>
                    <a:pt x="4948799" y="0"/>
                  </a:lnTo>
                  <a:lnTo>
                    <a:pt x="4948799" y="682095"/>
                  </a:lnTo>
                  <a:lnTo>
                    <a:pt x="0" y="682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948799" cy="691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Automate Tests 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79818" y="8067745"/>
            <a:ext cx="5966697" cy="1157644"/>
            <a:chOff x="0" y="0"/>
            <a:chExt cx="7497763" cy="145469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497763" cy="1454698"/>
            </a:xfrm>
            <a:custGeom>
              <a:avLst/>
              <a:gdLst/>
              <a:ahLst/>
              <a:cxnLst/>
              <a:rect l="l" t="t" r="r" b="b"/>
              <a:pathLst>
                <a:path w="7497763" h="1454698">
                  <a:moveTo>
                    <a:pt x="0" y="0"/>
                  </a:moveTo>
                  <a:lnTo>
                    <a:pt x="7497763" y="0"/>
                  </a:lnTo>
                  <a:lnTo>
                    <a:pt x="7497763" y="1454698"/>
                  </a:lnTo>
                  <a:lnTo>
                    <a:pt x="0" y="14546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7497763" cy="1549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Add a trigger in your pipeline.(github Actions or jenkins)</a:t>
              </a:r>
            </a:p>
          </p:txBody>
        </p:sp>
      </p:grpSp>
      <p:sp>
        <p:nvSpPr>
          <p:cNvPr id="46" name="Freeform 46" descr="preencoded.png"/>
          <p:cNvSpPr/>
          <p:nvPr/>
        </p:nvSpPr>
        <p:spPr>
          <a:xfrm>
            <a:off x="6763262" y="4079620"/>
            <a:ext cx="4936295" cy="5634822"/>
          </a:xfrm>
          <a:custGeom>
            <a:avLst/>
            <a:gdLst/>
            <a:ahLst/>
            <a:cxnLst/>
            <a:rect l="l" t="t" r="r" b="b"/>
            <a:pathLst>
              <a:path w="4936295" h="5634822">
                <a:moveTo>
                  <a:pt x="0" y="0"/>
                </a:moveTo>
                <a:lnTo>
                  <a:pt x="4936295" y="0"/>
                </a:lnTo>
                <a:lnTo>
                  <a:pt x="4936295" y="5634822"/>
                </a:lnTo>
                <a:lnTo>
                  <a:pt x="0" y="5634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75" r="-70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" name="Group 47"/>
          <p:cNvGrpSpPr/>
          <p:nvPr/>
        </p:nvGrpSpPr>
        <p:grpSpPr>
          <a:xfrm>
            <a:off x="10589091" y="8446836"/>
            <a:ext cx="643981" cy="735110"/>
            <a:chOff x="0" y="0"/>
            <a:chExt cx="809228" cy="923741"/>
          </a:xfrm>
        </p:grpSpPr>
        <p:sp>
          <p:nvSpPr>
            <p:cNvPr id="48" name="Freeform 48"/>
            <p:cNvSpPr/>
            <p:nvPr/>
          </p:nvSpPr>
          <p:spPr>
            <a:xfrm>
              <a:off x="6350" y="7249"/>
              <a:ext cx="796544" cy="909262"/>
            </a:xfrm>
            <a:custGeom>
              <a:avLst/>
              <a:gdLst/>
              <a:ahLst/>
              <a:cxnLst/>
              <a:rect l="l" t="t" r="r" b="b"/>
              <a:pathLst>
                <a:path w="796544" h="909262">
                  <a:moveTo>
                    <a:pt x="0" y="454630"/>
                  </a:moveTo>
                  <a:cubicBezTo>
                    <a:pt x="0" y="203540"/>
                    <a:pt x="178308" y="0"/>
                    <a:pt x="398272" y="0"/>
                  </a:cubicBezTo>
                  <a:cubicBezTo>
                    <a:pt x="618236" y="0"/>
                    <a:pt x="796544" y="203540"/>
                    <a:pt x="796544" y="454630"/>
                  </a:cubicBezTo>
                  <a:cubicBezTo>
                    <a:pt x="796544" y="705721"/>
                    <a:pt x="618236" y="909261"/>
                    <a:pt x="398272" y="909261"/>
                  </a:cubicBezTo>
                  <a:cubicBezTo>
                    <a:pt x="178308" y="909261"/>
                    <a:pt x="0" y="705721"/>
                    <a:pt x="0" y="45463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809244" cy="923757"/>
            </a:xfrm>
            <a:custGeom>
              <a:avLst/>
              <a:gdLst/>
              <a:ahLst/>
              <a:cxnLst/>
              <a:rect l="l" t="t" r="r" b="b"/>
              <a:pathLst>
                <a:path w="809244" h="923757">
                  <a:moveTo>
                    <a:pt x="0" y="461879"/>
                  </a:moveTo>
                  <a:cubicBezTo>
                    <a:pt x="0" y="206729"/>
                    <a:pt x="181102" y="0"/>
                    <a:pt x="404622" y="0"/>
                  </a:cubicBezTo>
                  <a:cubicBezTo>
                    <a:pt x="406527" y="0"/>
                    <a:pt x="408432" y="1015"/>
                    <a:pt x="409575" y="2754"/>
                  </a:cubicBezTo>
                  <a:lnTo>
                    <a:pt x="404622" y="7249"/>
                  </a:lnTo>
                  <a:lnTo>
                    <a:pt x="404622" y="0"/>
                  </a:lnTo>
                  <a:lnTo>
                    <a:pt x="404622" y="7249"/>
                  </a:lnTo>
                  <a:lnTo>
                    <a:pt x="404622" y="0"/>
                  </a:lnTo>
                  <a:cubicBezTo>
                    <a:pt x="628142" y="0"/>
                    <a:pt x="809244" y="206729"/>
                    <a:pt x="809244" y="461879"/>
                  </a:cubicBezTo>
                  <a:cubicBezTo>
                    <a:pt x="809244" y="464199"/>
                    <a:pt x="808355" y="466373"/>
                    <a:pt x="806704" y="467678"/>
                  </a:cubicBezTo>
                  <a:lnTo>
                    <a:pt x="802894" y="461879"/>
                  </a:lnTo>
                  <a:lnTo>
                    <a:pt x="809244" y="461879"/>
                  </a:lnTo>
                  <a:cubicBezTo>
                    <a:pt x="809244" y="717029"/>
                    <a:pt x="628142" y="923757"/>
                    <a:pt x="404622" y="923757"/>
                  </a:cubicBezTo>
                  <a:lnTo>
                    <a:pt x="404622" y="916510"/>
                  </a:lnTo>
                  <a:lnTo>
                    <a:pt x="404622" y="909262"/>
                  </a:lnTo>
                  <a:lnTo>
                    <a:pt x="404622" y="916510"/>
                  </a:lnTo>
                  <a:lnTo>
                    <a:pt x="404622" y="923757"/>
                  </a:lnTo>
                  <a:cubicBezTo>
                    <a:pt x="181102" y="923757"/>
                    <a:pt x="0" y="716884"/>
                    <a:pt x="0" y="461879"/>
                  </a:cubicBezTo>
                  <a:lnTo>
                    <a:pt x="6350" y="461879"/>
                  </a:lnTo>
                  <a:lnTo>
                    <a:pt x="0" y="461879"/>
                  </a:lnTo>
                  <a:moveTo>
                    <a:pt x="12700" y="461879"/>
                  </a:moveTo>
                  <a:lnTo>
                    <a:pt x="6350" y="461879"/>
                  </a:lnTo>
                  <a:lnTo>
                    <a:pt x="12700" y="461879"/>
                  </a:lnTo>
                  <a:cubicBezTo>
                    <a:pt x="12700" y="708911"/>
                    <a:pt x="188214" y="909262"/>
                    <a:pt x="404622" y="909262"/>
                  </a:cubicBezTo>
                  <a:cubicBezTo>
                    <a:pt x="408178" y="909262"/>
                    <a:pt x="410972" y="912451"/>
                    <a:pt x="410972" y="916510"/>
                  </a:cubicBezTo>
                  <a:cubicBezTo>
                    <a:pt x="410972" y="920569"/>
                    <a:pt x="408178" y="923757"/>
                    <a:pt x="404622" y="923757"/>
                  </a:cubicBezTo>
                  <a:cubicBezTo>
                    <a:pt x="401066" y="923757"/>
                    <a:pt x="398272" y="920569"/>
                    <a:pt x="398272" y="916510"/>
                  </a:cubicBezTo>
                  <a:cubicBezTo>
                    <a:pt x="398272" y="912451"/>
                    <a:pt x="401066" y="909262"/>
                    <a:pt x="404622" y="909262"/>
                  </a:cubicBezTo>
                  <a:cubicBezTo>
                    <a:pt x="621030" y="909262"/>
                    <a:pt x="796544" y="708911"/>
                    <a:pt x="796544" y="461879"/>
                  </a:cubicBezTo>
                  <a:cubicBezTo>
                    <a:pt x="796544" y="459560"/>
                    <a:pt x="797433" y="457385"/>
                    <a:pt x="799084" y="456080"/>
                  </a:cubicBezTo>
                  <a:lnTo>
                    <a:pt x="802894" y="461879"/>
                  </a:lnTo>
                  <a:lnTo>
                    <a:pt x="796544" y="461879"/>
                  </a:lnTo>
                  <a:cubicBezTo>
                    <a:pt x="796544" y="214848"/>
                    <a:pt x="621030" y="14497"/>
                    <a:pt x="404622" y="14497"/>
                  </a:cubicBezTo>
                  <a:cubicBezTo>
                    <a:pt x="402717" y="14497"/>
                    <a:pt x="400812" y="13482"/>
                    <a:pt x="399669" y="11743"/>
                  </a:cubicBezTo>
                  <a:lnTo>
                    <a:pt x="404622" y="7249"/>
                  </a:lnTo>
                  <a:lnTo>
                    <a:pt x="404622" y="14497"/>
                  </a:lnTo>
                  <a:cubicBezTo>
                    <a:pt x="188214" y="14497"/>
                    <a:pt x="12700" y="214848"/>
                    <a:pt x="12700" y="461879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768484" y="8561463"/>
            <a:ext cx="285196" cy="456264"/>
            <a:chOff x="0" y="0"/>
            <a:chExt cx="358378" cy="57334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58378" cy="573343"/>
            </a:xfrm>
            <a:custGeom>
              <a:avLst/>
              <a:gdLst/>
              <a:ahLst/>
              <a:cxnLst/>
              <a:rect l="l" t="t" r="r" b="b"/>
              <a:pathLst>
                <a:path w="358378" h="573343">
                  <a:moveTo>
                    <a:pt x="0" y="0"/>
                  </a:moveTo>
                  <a:lnTo>
                    <a:pt x="358378" y="0"/>
                  </a:lnTo>
                  <a:lnTo>
                    <a:pt x="358378" y="573343"/>
                  </a:lnTo>
                  <a:lnTo>
                    <a:pt x="0" y="573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358378" cy="668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298795" y="7062021"/>
            <a:ext cx="4084204" cy="542809"/>
            <a:chOff x="0" y="0"/>
            <a:chExt cx="5132219" cy="68209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132219" cy="682095"/>
            </a:xfrm>
            <a:custGeom>
              <a:avLst/>
              <a:gdLst/>
              <a:ahLst/>
              <a:cxnLst/>
              <a:rect l="l" t="t" r="r" b="b"/>
              <a:pathLst>
                <a:path w="5132219" h="682095">
                  <a:moveTo>
                    <a:pt x="0" y="0"/>
                  </a:moveTo>
                  <a:lnTo>
                    <a:pt x="5132219" y="0"/>
                  </a:lnTo>
                  <a:lnTo>
                    <a:pt x="5132219" y="682095"/>
                  </a:lnTo>
                  <a:lnTo>
                    <a:pt x="0" y="682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5132219" cy="691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062"/>
                </a:lnSpc>
              </a:pPr>
              <a:r>
                <a:rPr lang="en-US" sz="2437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Verify your build 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16462" y="7778423"/>
            <a:ext cx="5966538" cy="1736467"/>
            <a:chOff x="0" y="0"/>
            <a:chExt cx="7497563" cy="21820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497563" cy="2182048"/>
            </a:xfrm>
            <a:custGeom>
              <a:avLst/>
              <a:gdLst/>
              <a:ahLst/>
              <a:cxnLst/>
              <a:rect l="l" t="t" r="r" b="b"/>
              <a:pathLst>
                <a:path w="7497563" h="2182048">
                  <a:moveTo>
                    <a:pt x="0" y="0"/>
                  </a:moveTo>
                  <a:lnTo>
                    <a:pt x="7497563" y="0"/>
                  </a:lnTo>
                  <a:lnTo>
                    <a:pt x="7497563" y="2182048"/>
                  </a:lnTo>
                  <a:lnTo>
                    <a:pt x="0" y="2182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7497563" cy="22772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750"/>
                </a:lnSpc>
              </a:pPr>
              <a:r>
                <a:rPr lang="en-US" sz="2312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Push your commits and verify if changes are triggered for tests &amp; built successful or not.</a:t>
              </a:r>
            </a:p>
          </p:txBody>
        </p:sp>
      </p:grpSp>
      <p:sp>
        <p:nvSpPr>
          <p:cNvPr id="59" name="Freeform 59" descr="preencoded.png"/>
          <p:cNvSpPr/>
          <p:nvPr/>
        </p:nvSpPr>
        <p:spPr>
          <a:xfrm>
            <a:off x="6763262" y="4079620"/>
            <a:ext cx="4936295" cy="5634822"/>
          </a:xfrm>
          <a:custGeom>
            <a:avLst/>
            <a:gdLst/>
            <a:ahLst/>
            <a:cxnLst/>
            <a:rect l="l" t="t" r="r" b="b"/>
            <a:pathLst>
              <a:path w="4936295" h="5634822">
                <a:moveTo>
                  <a:pt x="0" y="0"/>
                </a:moveTo>
                <a:lnTo>
                  <a:pt x="4936295" y="0"/>
                </a:lnTo>
                <a:lnTo>
                  <a:pt x="4936295" y="5634822"/>
                </a:lnTo>
                <a:lnTo>
                  <a:pt x="0" y="563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075" r="-70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0" name="Group 60"/>
          <p:cNvGrpSpPr/>
          <p:nvPr/>
        </p:nvGrpSpPr>
        <p:grpSpPr>
          <a:xfrm>
            <a:off x="7229588" y="8446836"/>
            <a:ext cx="643981" cy="735110"/>
            <a:chOff x="0" y="0"/>
            <a:chExt cx="809228" cy="923741"/>
          </a:xfrm>
        </p:grpSpPr>
        <p:sp>
          <p:nvSpPr>
            <p:cNvPr id="61" name="Freeform 61"/>
            <p:cNvSpPr/>
            <p:nvPr/>
          </p:nvSpPr>
          <p:spPr>
            <a:xfrm>
              <a:off x="6350" y="7249"/>
              <a:ext cx="796544" cy="909262"/>
            </a:xfrm>
            <a:custGeom>
              <a:avLst/>
              <a:gdLst/>
              <a:ahLst/>
              <a:cxnLst/>
              <a:rect l="l" t="t" r="r" b="b"/>
              <a:pathLst>
                <a:path w="796544" h="909262">
                  <a:moveTo>
                    <a:pt x="0" y="454630"/>
                  </a:moveTo>
                  <a:cubicBezTo>
                    <a:pt x="0" y="203540"/>
                    <a:pt x="178308" y="0"/>
                    <a:pt x="398272" y="0"/>
                  </a:cubicBezTo>
                  <a:cubicBezTo>
                    <a:pt x="618236" y="0"/>
                    <a:pt x="796544" y="203540"/>
                    <a:pt x="796544" y="454630"/>
                  </a:cubicBezTo>
                  <a:cubicBezTo>
                    <a:pt x="796544" y="705721"/>
                    <a:pt x="618236" y="909261"/>
                    <a:pt x="398272" y="909261"/>
                  </a:cubicBezTo>
                  <a:cubicBezTo>
                    <a:pt x="178308" y="909261"/>
                    <a:pt x="0" y="705721"/>
                    <a:pt x="0" y="454630"/>
                  </a:cubicBezTo>
                  <a:close/>
                </a:path>
              </a:pathLst>
            </a:custGeom>
            <a:solidFill>
              <a:srgbClr val="740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0"/>
              <a:ext cx="809244" cy="923757"/>
            </a:xfrm>
            <a:custGeom>
              <a:avLst/>
              <a:gdLst/>
              <a:ahLst/>
              <a:cxnLst/>
              <a:rect l="l" t="t" r="r" b="b"/>
              <a:pathLst>
                <a:path w="809244" h="923757">
                  <a:moveTo>
                    <a:pt x="0" y="461879"/>
                  </a:moveTo>
                  <a:cubicBezTo>
                    <a:pt x="0" y="206729"/>
                    <a:pt x="181102" y="0"/>
                    <a:pt x="404622" y="0"/>
                  </a:cubicBezTo>
                  <a:cubicBezTo>
                    <a:pt x="406527" y="0"/>
                    <a:pt x="408432" y="1015"/>
                    <a:pt x="409575" y="2754"/>
                  </a:cubicBezTo>
                  <a:lnTo>
                    <a:pt x="404622" y="7249"/>
                  </a:lnTo>
                  <a:lnTo>
                    <a:pt x="404622" y="0"/>
                  </a:lnTo>
                  <a:lnTo>
                    <a:pt x="404622" y="7249"/>
                  </a:lnTo>
                  <a:lnTo>
                    <a:pt x="404622" y="0"/>
                  </a:lnTo>
                  <a:cubicBezTo>
                    <a:pt x="628142" y="0"/>
                    <a:pt x="809244" y="206729"/>
                    <a:pt x="809244" y="461879"/>
                  </a:cubicBezTo>
                  <a:cubicBezTo>
                    <a:pt x="809244" y="464199"/>
                    <a:pt x="808355" y="466373"/>
                    <a:pt x="806704" y="467678"/>
                  </a:cubicBezTo>
                  <a:lnTo>
                    <a:pt x="802894" y="461879"/>
                  </a:lnTo>
                  <a:lnTo>
                    <a:pt x="809244" y="461879"/>
                  </a:lnTo>
                  <a:cubicBezTo>
                    <a:pt x="809244" y="717029"/>
                    <a:pt x="628142" y="923757"/>
                    <a:pt x="404622" y="923757"/>
                  </a:cubicBezTo>
                  <a:lnTo>
                    <a:pt x="404622" y="916510"/>
                  </a:lnTo>
                  <a:lnTo>
                    <a:pt x="404622" y="909262"/>
                  </a:lnTo>
                  <a:lnTo>
                    <a:pt x="404622" y="916510"/>
                  </a:lnTo>
                  <a:lnTo>
                    <a:pt x="404622" y="923757"/>
                  </a:lnTo>
                  <a:cubicBezTo>
                    <a:pt x="181102" y="923757"/>
                    <a:pt x="0" y="716884"/>
                    <a:pt x="0" y="461879"/>
                  </a:cubicBezTo>
                  <a:lnTo>
                    <a:pt x="6350" y="461879"/>
                  </a:lnTo>
                  <a:lnTo>
                    <a:pt x="0" y="461879"/>
                  </a:lnTo>
                  <a:moveTo>
                    <a:pt x="12700" y="461879"/>
                  </a:moveTo>
                  <a:lnTo>
                    <a:pt x="6350" y="461879"/>
                  </a:lnTo>
                  <a:lnTo>
                    <a:pt x="12700" y="461879"/>
                  </a:lnTo>
                  <a:cubicBezTo>
                    <a:pt x="12700" y="708911"/>
                    <a:pt x="188214" y="909262"/>
                    <a:pt x="404622" y="909262"/>
                  </a:cubicBezTo>
                  <a:cubicBezTo>
                    <a:pt x="408178" y="909262"/>
                    <a:pt x="410972" y="912451"/>
                    <a:pt x="410972" y="916510"/>
                  </a:cubicBezTo>
                  <a:cubicBezTo>
                    <a:pt x="410972" y="920569"/>
                    <a:pt x="408178" y="923757"/>
                    <a:pt x="404622" y="923757"/>
                  </a:cubicBezTo>
                  <a:cubicBezTo>
                    <a:pt x="401066" y="923757"/>
                    <a:pt x="398272" y="920569"/>
                    <a:pt x="398272" y="916510"/>
                  </a:cubicBezTo>
                  <a:cubicBezTo>
                    <a:pt x="398272" y="912451"/>
                    <a:pt x="401066" y="909262"/>
                    <a:pt x="404622" y="909262"/>
                  </a:cubicBezTo>
                  <a:cubicBezTo>
                    <a:pt x="621030" y="909262"/>
                    <a:pt x="796544" y="708911"/>
                    <a:pt x="796544" y="461879"/>
                  </a:cubicBezTo>
                  <a:cubicBezTo>
                    <a:pt x="796544" y="459560"/>
                    <a:pt x="797433" y="457385"/>
                    <a:pt x="799084" y="456080"/>
                  </a:cubicBezTo>
                  <a:lnTo>
                    <a:pt x="802894" y="461879"/>
                  </a:lnTo>
                  <a:lnTo>
                    <a:pt x="796544" y="461879"/>
                  </a:lnTo>
                  <a:cubicBezTo>
                    <a:pt x="796544" y="214848"/>
                    <a:pt x="621030" y="14497"/>
                    <a:pt x="404622" y="14497"/>
                  </a:cubicBezTo>
                  <a:cubicBezTo>
                    <a:pt x="402717" y="14497"/>
                    <a:pt x="400812" y="13482"/>
                    <a:pt x="399669" y="11743"/>
                  </a:cubicBezTo>
                  <a:lnTo>
                    <a:pt x="404622" y="7249"/>
                  </a:lnTo>
                  <a:lnTo>
                    <a:pt x="404622" y="14497"/>
                  </a:lnTo>
                  <a:cubicBezTo>
                    <a:pt x="188214" y="14497"/>
                    <a:pt x="12700" y="214848"/>
                    <a:pt x="12700" y="461879"/>
                  </a:cubicBezTo>
                  <a:close/>
                </a:path>
              </a:pathLst>
            </a:custGeom>
            <a:solidFill>
              <a:srgbClr val="8D242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408981" y="8561463"/>
            <a:ext cx="285196" cy="456264"/>
            <a:chOff x="0" y="0"/>
            <a:chExt cx="358378" cy="57334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58378" cy="573343"/>
            </a:xfrm>
            <a:custGeom>
              <a:avLst/>
              <a:gdLst/>
              <a:ahLst/>
              <a:cxnLst/>
              <a:rect l="l" t="t" r="r" b="b"/>
              <a:pathLst>
                <a:path w="358378" h="573343">
                  <a:moveTo>
                    <a:pt x="0" y="0"/>
                  </a:moveTo>
                  <a:lnTo>
                    <a:pt x="358378" y="0"/>
                  </a:lnTo>
                  <a:lnTo>
                    <a:pt x="358378" y="573343"/>
                  </a:lnTo>
                  <a:lnTo>
                    <a:pt x="0" y="573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0"/>
              <a:ext cx="358378" cy="668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06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6940" y="595015"/>
            <a:ext cx="8152124" cy="962918"/>
            <a:chOff x="0" y="0"/>
            <a:chExt cx="10869499" cy="128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9499" cy="1283890"/>
            </a:xfrm>
            <a:custGeom>
              <a:avLst/>
              <a:gdLst/>
              <a:ahLst/>
              <a:cxnLst/>
              <a:rect l="l" t="t" r="r" b="b"/>
              <a:pathLst>
                <a:path w="10869499" h="1283890">
                  <a:moveTo>
                    <a:pt x="0" y="0"/>
                  </a:moveTo>
                  <a:lnTo>
                    <a:pt x="10869499" y="0"/>
                  </a:lnTo>
                  <a:lnTo>
                    <a:pt x="10869499" y="1283890"/>
                  </a:lnTo>
                  <a:lnTo>
                    <a:pt x="0" y="1283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0869499" cy="1312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Learning Outcomes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940" y="1738908"/>
            <a:ext cx="16774120" cy="495126"/>
            <a:chOff x="0" y="0"/>
            <a:chExt cx="22365493" cy="6601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65494" cy="660169"/>
            </a:xfrm>
            <a:custGeom>
              <a:avLst/>
              <a:gdLst/>
              <a:ahLst/>
              <a:cxnLst/>
              <a:rect l="l" t="t" r="r" b="b"/>
              <a:pathLst>
                <a:path w="22365494" h="660169">
                  <a:moveTo>
                    <a:pt x="0" y="0"/>
                  </a:moveTo>
                  <a:lnTo>
                    <a:pt x="22365494" y="0"/>
                  </a:lnTo>
                  <a:lnTo>
                    <a:pt x="22365494" y="660169"/>
                  </a:lnTo>
                  <a:lnTo>
                    <a:pt x="0" y="660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365493" cy="745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9"/>
                </a:lnSpc>
              </a:pPr>
              <a:r>
                <a:rPr lang="en-US" sz="262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Importance &amp; Types of Testing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6940" y="2414736"/>
            <a:ext cx="16774120" cy="432644"/>
            <a:chOff x="0" y="0"/>
            <a:chExt cx="22365493" cy="5768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Ensures software quality, reliability, and security.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6940" y="2922984"/>
            <a:ext cx="16774120" cy="432644"/>
            <a:chOff x="0" y="0"/>
            <a:chExt cx="22365493" cy="5768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Covers </a:t>
              </a:r>
              <a:r>
                <a:rPr lang="en-US" sz="21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Unit, Integration, Regression, Performance, Security, End-to-End testing</a:t>
              </a: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6940" y="3784252"/>
            <a:ext cx="16774120" cy="495126"/>
            <a:chOff x="0" y="0"/>
            <a:chExt cx="22365493" cy="6601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365494" cy="660169"/>
            </a:xfrm>
            <a:custGeom>
              <a:avLst/>
              <a:gdLst/>
              <a:ahLst/>
              <a:cxnLst/>
              <a:rect l="l" t="t" r="r" b="b"/>
              <a:pathLst>
                <a:path w="22365494" h="660169">
                  <a:moveTo>
                    <a:pt x="0" y="0"/>
                  </a:moveTo>
                  <a:lnTo>
                    <a:pt x="22365494" y="0"/>
                  </a:lnTo>
                  <a:lnTo>
                    <a:pt x="22365494" y="660169"/>
                  </a:lnTo>
                  <a:lnTo>
                    <a:pt x="0" y="660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22365493" cy="745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9"/>
                </a:lnSpc>
              </a:pPr>
              <a:r>
                <a:rPr lang="en-US" sz="262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Unit Testing Frameworks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6940" y="4460081"/>
            <a:ext cx="16774120" cy="432644"/>
            <a:chOff x="0" y="0"/>
            <a:chExt cx="22365493" cy="5768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Automates function/module validation.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6940" y="4968330"/>
            <a:ext cx="16774120" cy="432644"/>
            <a:chOff x="0" y="0"/>
            <a:chExt cx="22365493" cy="5768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Tools: </a:t>
              </a:r>
              <a:r>
                <a:rPr lang="en-US" sz="2187" b="1" dirty="0" err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pytest</a:t>
              </a:r>
              <a:r>
                <a:rPr lang="en-US" sz="2187" b="1" dirty="0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(Python), JUnit (Java), Jest (JavaScript), </a:t>
              </a:r>
              <a:r>
                <a:rPr lang="en-US" sz="2187" b="1" dirty="0" err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NUnit</a:t>
              </a:r>
              <a:r>
                <a:rPr lang="en-US" sz="2187" b="1" dirty="0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(C#)</a:t>
              </a:r>
              <a:r>
                <a:rPr lang="en-US" sz="2187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6940" y="5829599"/>
            <a:ext cx="16774120" cy="495126"/>
            <a:chOff x="0" y="0"/>
            <a:chExt cx="22365493" cy="6601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365494" cy="660169"/>
            </a:xfrm>
            <a:custGeom>
              <a:avLst/>
              <a:gdLst/>
              <a:ahLst/>
              <a:cxnLst/>
              <a:rect l="l" t="t" r="r" b="b"/>
              <a:pathLst>
                <a:path w="22365494" h="660169">
                  <a:moveTo>
                    <a:pt x="0" y="0"/>
                  </a:moveTo>
                  <a:lnTo>
                    <a:pt x="22365494" y="0"/>
                  </a:lnTo>
                  <a:lnTo>
                    <a:pt x="22365494" y="660169"/>
                  </a:lnTo>
                  <a:lnTo>
                    <a:pt x="0" y="660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22365493" cy="745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9"/>
                </a:lnSpc>
              </a:pPr>
              <a:r>
                <a:rPr lang="en-US" sz="262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Choosing a Testing Framework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6940" y="6505427"/>
            <a:ext cx="16774120" cy="432644"/>
            <a:chOff x="0" y="0"/>
            <a:chExt cx="22365493" cy="57685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Based on </a:t>
              </a:r>
              <a:r>
                <a:rPr lang="en-US" sz="21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language, project size, features required</a:t>
              </a: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6940" y="7013676"/>
            <a:ext cx="16774120" cy="432644"/>
            <a:chOff x="0" y="0"/>
            <a:chExt cx="22365493" cy="5768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Example: </a:t>
              </a:r>
              <a:r>
                <a:rPr lang="en-US" sz="21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pytest for simplicity, JUnit for enterprise apps, Jest for frontend testing</a:t>
              </a: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6940" y="7798594"/>
            <a:ext cx="16774120" cy="495126"/>
            <a:chOff x="0" y="0"/>
            <a:chExt cx="22365493" cy="6601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365494" cy="660169"/>
            </a:xfrm>
            <a:custGeom>
              <a:avLst/>
              <a:gdLst/>
              <a:ahLst/>
              <a:cxnLst/>
              <a:rect l="l" t="t" r="r" b="b"/>
              <a:pathLst>
                <a:path w="22365494" h="660169">
                  <a:moveTo>
                    <a:pt x="0" y="0"/>
                  </a:moveTo>
                  <a:lnTo>
                    <a:pt x="22365494" y="0"/>
                  </a:lnTo>
                  <a:lnTo>
                    <a:pt x="22365494" y="660169"/>
                  </a:lnTo>
                  <a:lnTo>
                    <a:pt x="0" y="660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22365493" cy="745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69"/>
                </a:lnSpc>
              </a:pPr>
              <a:r>
                <a:rPr lang="en-US" sz="2624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Structure of Unit Tests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6940" y="8474423"/>
            <a:ext cx="16774120" cy="432644"/>
            <a:chOff x="0" y="0"/>
            <a:chExt cx="22365493" cy="57685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365494" cy="576858"/>
            </a:xfrm>
            <a:custGeom>
              <a:avLst/>
              <a:gdLst/>
              <a:ahLst/>
              <a:cxnLst/>
              <a:rect l="l" t="t" r="r" b="b"/>
              <a:pathLst>
                <a:path w="22365494" h="576858">
                  <a:moveTo>
                    <a:pt x="0" y="0"/>
                  </a:moveTo>
                  <a:lnTo>
                    <a:pt x="22365494" y="0"/>
                  </a:lnTo>
                  <a:lnTo>
                    <a:pt x="22365494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22365493" cy="662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0" lvl="1" indent="-164950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Follows </a:t>
              </a:r>
              <a:r>
                <a:rPr lang="en-US" sz="21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AAA Pattern</a:t>
              </a: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: </a:t>
              </a:r>
              <a:r>
                <a:rPr lang="en-US" sz="2187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Arrange, Act, Assert</a:t>
              </a:r>
              <a:r>
                <a:rPr lang="en-US" sz="2187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6940" y="9335692"/>
            <a:ext cx="16774120" cy="441262"/>
            <a:chOff x="0" y="0"/>
            <a:chExt cx="22365493" cy="58834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365494" cy="588349"/>
            </a:xfrm>
            <a:custGeom>
              <a:avLst/>
              <a:gdLst/>
              <a:ahLst/>
              <a:cxnLst/>
              <a:rect l="l" t="t" r="r" b="b"/>
              <a:pathLst>
                <a:path w="22365494" h="588349">
                  <a:moveTo>
                    <a:pt x="0" y="0"/>
                  </a:moveTo>
                  <a:lnTo>
                    <a:pt x="22365494" y="0"/>
                  </a:lnTo>
                  <a:lnTo>
                    <a:pt x="22365494" y="588349"/>
                  </a:lnTo>
                  <a:lnTo>
                    <a:pt x="0" y="588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22365493" cy="664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2"/>
                </a:lnSpc>
              </a:pPr>
              <a:r>
                <a:rPr lang="en-US" sz="2325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Final Thought:</a:t>
              </a:r>
              <a:r>
                <a:rPr lang="en-US" sz="23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325" b="1">
                  <a:solidFill>
                    <a:srgbClr val="FFE5E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Testing is not just about finding bugs—it’s about preventing them!</a:t>
              </a:r>
              <a:r>
                <a:rPr lang="en-US" sz="23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999</Words>
  <Application>Microsoft Macintosh PowerPoint</Application>
  <PresentationFormat>Custom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Dela Gothic One</vt:lpstr>
      <vt:lpstr>DM Sans Bold</vt:lpstr>
      <vt:lpstr>DM Sans</vt:lpstr>
      <vt:lpstr>Arial</vt:lpstr>
      <vt:lpstr>DM Sans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Introduction-to-Testing.pptx</dc:title>
  <cp:lastModifiedBy>Mohammad Anees Alam</cp:lastModifiedBy>
  <cp:revision>4</cp:revision>
  <dcterms:created xsi:type="dcterms:W3CDTF">2006-08-16T00:00:00Z</dcterms:created>
  <dcterms:modified xsi:type="dcterms:W3CDTF">2025-11-22T07:33:39Z</dcterms:modified>
  <dc:identifier>DAGjE1n8kWk</dc:identifier>
</cp:coreProperties>
</file>